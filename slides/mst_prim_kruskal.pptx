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handoutMasterIdLst>
    <p:handoutMasterId r:id="rId52"/>
  </p:handoutMasterIdLst>
  <p:sldIdLst>
    <p:sldId id="297" r:id="rId2"/>
    <p:sldId id="477" r:id="rId3"/>
    <p:sldId id="271" r:id="rId4"/>
    <p:sldId id="258" r:id="rId5"/>
    <p:sldId id="277" r:id="rId6"/>
    <p:sldId id="281" r:id="rId7"/>
    <p:sldId id="261" r:id="rId8"/>
    <p:sldId id="259" r:id="rId9"/>
    <p:sldId id="263" r:id="rId10"/>
    <p:sldId id="295" r:id="rId11"/>
    <p:sldId id="542" r:id="rId12"/>
    <p:sldId id="265" r:id="rId13"/>
    <p:sldId id="266" r:id="rId14"/>
    <p:sldId id="267" r:id="rId15"/>
    <p:sldId id="264" r:id="rId16"/>
    <p:sldId id="282" r:id="rId17"/>
    <p:sldId id="543" r:id="rId18"/>
    <p:sldId id="270" r:id="rId19"/>
    <p:sldId id="294" r:id="rId20"/>
    <p:sldId id="268" r:id="rId21"/>
    <p:sldId id="291" r:id="rId22"/>
    <p:sldId id="285" r:id="rId23"/>
    <p:sldId id="292" r:id="rId24"/>
    <p:sldId id="276" r:id="rId25"/>
    <p:sldId id="490" r:id="rId26"/>
    <p:sldId id="531" r:id="rId27"/>
    <p:sldId id="532" r:id="rId28"/>
    <p:sldId id="513" r:id="rId29"/>
    <p:sldId id="533" r:id="rId30"/>
    <p:sldId id="517" r:id="rId31"/>
    <p:sldId id="534" r:id="rId32"/>
    <p:sldId id="518" r:id="rId33"/>
    <p:sldId id="535" r:id="rId34"/>
    <p:sldId id="519" r:id="rId35"/>
    <p:sldId id="536" r:id="rId36"/>
    <p:sldId id="520" r:id="rId37"/>
    <p:sldId id="537" r:id="rId38"/>
    <p:sldId id="521" r:id="rId39"/>
    <p:sldId id="524" r:id="rId40"/>
    <p:sldId id="538" r:id="rId41"/>
    <p:sldId id="525" r:id="rId42"/>
    <p:sldId id="539" r:id="rId43"/>
    <p:sldId id="526" r:id="rId44"/>
    <p:sldId id="527" r:id="rId45"/>
    <p:sldId id="540" r:id="rId46"/>
    <p:sldId id="528" r:id="rId47"/>
    <p:sldId id="530" r:id="rId48"/>
    <p:sldId id="541" r:id="rId49"/>
    <p:sldId id="529"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3282"/>
    <a:srgbClr val="B6A479"/>
    <a:srgbClr val="D8D8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48" autoAdjust="0"/>
    <p:restoredTop sz="51240" autoAdjust="0"/>
  </p:normalViewPr>
  <p:slideViewPr>
    <p:cSldViewPr snapToGrid="0">
      <p:cViewPr varScale="1">
        <p:scale>
          <a:sx n="58" d="100"/>
          <a:sy n="58" d="100"/>
        </p:scale>
        <p:origin x="2226"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p:cViewPr varScale="1">
        <p:scale>
          <a:sx n="137" d="100"/>
          <a:sy n="137" d="100"/>
        </p:scale>
        <p:origin x="3536" y="2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6566AD0-111E-2F48-BC51-EC4E84E1DEE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1C7D159-4E1C-8448-BD9B-B83A2D5F509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86C0B6F-1112-B64A-B223-2C6050629445}" type="datetimeFigureOut">
              <a:rPr lang="en-US" smtClean="0"/>
              <a:t>12/17/2025</a:t>
            </a:fld>
            <a:endParaRPr lang="en-US"/>
          </a:p>
        </p:txBody>
      </p:sp>
      <p:sp>
        <p:nvSpPr>
          <p:cNvPr id="4" name="Footer Placeholder 3">
            <a:extLst>
              <a:ext uri="{FF2B5EF4-FFF2-40B4-BE49-F238E27FC236}">
                <a16:creationId xmlns:a16="http://schemas.microsoft.com/office/drawing/2014/main" id="{C70C7381-D439-8C45-B33C-9DFF198498A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66733CE-0079-6A46-974E-D22DB50D0EF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7F5AEF-92BD-B14B-8708-547047FF8A05}" type="slidenum">
              <a:rPr lang="en-US" smtClean="0"/>
              <a:t>‹#›</a:t>
            </a:fld>
            <a:endParaRPr lang="en-US"/>
          </a:p>
        </p:txBody>
      </p:sp>
    </p:spTree>
    <p:extLst>
      <p:ext uri="{BB962C8B-B14F-4D97-AF65-F5344CB8AC3E}">
        <p14:creationId xmlns:p14="http://schemas.microsoft.com/office/powerpoint/2010/main" val="11775460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3A2DB0-ED42-4BA9-97D4-3103DF415320}" type="datetimeFigureOut">
              <a:rPr lang="en-US" smtClean="0"/>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B336D0-BB87-4158-9DDA-BA914A234D18}" type="slidenum">
              <a:rPr lang="en-US" smtClean="0"/>
              <a:t>‹#›</a:t>
            </a:fld>
            <a:endParaRPr lang="en-US"/>
          </a:p>
        </p:txBody>
      </p:sp>
    </p:spTree>
    <p:extLst>
      <p:ext uri="{BB962C8B-B14F-4D97-AF65-F5344CB8AC3E}">
        <p14:creationId xmlns:p14="http://schemas.microsoft.com/office/powerpoint/2010/main" val="59350945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B336D0-BB87-4158-9DDA-BA914A234D18}" type="slidenum">
              <a:rPr lang="en-US" smtClean="0"/>
              <a:t>1</a:t>
            </a:fld>
            <a:endParaRPr lang="en-US"/>
          </a:p>
        </p:txBody>
      </p:sp>
    </p:spTree>
    <p:extLst>
      <p:ext uri="{BB962C8B-B14F-4D97-AF65-F5344CB8AC3E}">
        <p14:creationId xmlns:p14="http://schemas.microsoft.com/office/powerpoint/2010/main" val="862123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Tóm tắt nội dung cơ bản của slide:</a:t>
            </a:r>
            <a:endParaRPr lang="vi-VN" dirty="0"/>
          </a:p>
          <a:p>
            <a:r>
              <a:rPr lang="vi-VN" dirty="0"/>
              <a:t>Slide này giới thiệu </a:t>
            </a:r>
            <a:r>
              <a:rPr lang="vi-VN" b="1" dirty="0"/>
              <a:t>các bài toán đồ thị quan trọng có thể giải hiệu quả trong thời gian đa thức (polynomial time)</a:t>
            </a:r>
            <a:r>
              <a:rPr lang="vi-VN" dirty="0"/>
              <a:t>, bao gồm:</a:t>
            </a:r>
          </a:p>
          <a:p>
            <a:r>
              <a:rPr lang="vi-VN" b="1" dirty="0"/>
              <a:t>Shortest Path (Đường đi ngắn nhất)</a:t>
            </a:r>
            <a:br>
              <a:rPr lang="vi-VN" dirty="0"/>
            </a:br>
            <a:r>
              <a:rPr lang="vi-VN" dirty="0"/>
              <a:t>Tìm đường đi có tổng trọng số nhỏ nhất giữa hai đỉnh trong đồ thị.</a:t>
            </a:r>
          </a:p>
          <a:p>
            <a:r>
              <a:rPr lang="vi-VN" b="1" dirty="0"/>
              <a:t>Minimum Spanning Tree – MST (Cây khung nhỏ nhất)</a:t>
            </a:r>
            <a:br>
              <a:rPr lang="vi-VN" dirty="0"/>
            </a:br>
            <a:r>
              <a:rPr lang="vi-VN" dirty="0"/>
              <a:t>Tìm tập các cạnh nối tất cả các đỉnh sao cho </a:t>
            </a:r>
            <a:r>
              <a:rPr lang="vi-VN" b="1" dirty="0"/>
              <a:t>tổng trọng số là nhỏ nhất</a:t>
            </a:r>
            <a:r>
              <a:rPr lang="vi-VN" dirty="0"/>
              <a:t> và không tạo chu trình.</a:t>
            </a:r>
          </a:p>
          <a:p>
            <a:r>
              <a:rPr lang="vi-VN" b="1" dirty="0"/>
              <a:t>Matching (Ghép cặp)</a:t>
            </a:r>
            <a:br>
              <a:rPr lang="vi-VN" dirty="0"/>
            </a:br>
            <a:r>
              <a:rPr lang="vi-VN" dirty="0"/>
              <a:t>Tìm tập các cạnh sao cho </a:t>
            </a:r>
            <a:r>
              <a:rPr lang="vi-VN" b="1" dirty="0"/>
              <a:t>không có hai cạnh nào chung đỉnh</a:t>
            </a:r>
            <a:r>
              <a:rPr lang="vi-VN" dirty="0"/>
              <a:t>.</a:t>
            </a:r>
          </a:p>
          <a:p>
            <a:r>
              <a:rPr lang="vi-VN" b="1" dirty="0"/>
              <a:t>Maximum Flow (Luồng cực đại)</a:t>
            </a:r>
            <a:br>
              <a:rPr lang="vi-VN" dirty="0"/>
            </a:br>
            <a:r>
              <a:rPr lang="vi-VN" dirty="0"/>
              <a:t>Tìm lượng luồng lớn nhất có thể đi từ </a:t>
            </a:r>
            <a:r>
              <a:rPr lang="vi-VN" b="1" dirty="0"/>
              <a:t>đỉnh nguồn (source)</a:t>
            </a:r>
            <a:r>
              <a:rPr lang="vi-VN" dirty="0"/>
              <a:t> đến </a:t>
            </a:r>
            <a:r>
              <a:rPr lang="vi-VN" b="1" dirty="0"/>
              <a:t>đỉnh đích (sink)</a:t>
            </a:r>
            <a:r>
              <a:rPr lang="vi-VN" dirty="0"/>
              <a:t>.</a:t>
            </a:r>
          </a:p>
          <a:p>
            <a:r>
              <a:rPr lang="en-US" dirty="0"/>
              <a:t>👉 </a:t>
            </a:r>
            <a:r>
              <a:rPr lang="vi-VN" dirty="0"/>
              <a:t>Nhấn mạnh rằng:</a:t>
            </a:r>
            <a:br>
              <a:rPr lang="vi-VN" dirty="0"/>
            </a:br>
            <a:r>
              <a:rPr lang="vi-VN" dirty="0"/>
              <a:t>Rất nhiều bài toán đồ thị khác nhau thực chất là </a:t>
            </a:r>
            <a:r>
              <a:rPr lang="vi-VN" b="1" dirty="0"/>
              <a:t>biến thể</a:t>
            </a:r>
            <a:r>
              <a:rPr lang="vi-VN" dirty="0"/>
              <a:t> của các bài toán cơ bản trên và đều có thể giải trong thời gian đa thức.</a:t>
            </a:r>
          </a:p>
          <a:p>
            <a:r>
              <a:rPr lang="en-US" dirty="0"/>
              <a:t>🎯 </a:t>
            </a:r>
            <a:r>
              <a:rPr lang="vi-VN" b="1" dirty="0"/>
              <a:t>Phạm vi môn học</a:t>
            </a:r>
            <a:r>
              <a:rPr lang="vi-VN" dirty="0"/>
              <a:t>:</a:t>
            </a:r>
            <a:br>
              <a:rPr lang="vi-VN" dirty="0"/>
            </a:br>
            <a:r>
              <a:rPr lang="vi-VN" dirty="0"/>
              <a:t>Trong môn này, nội dung sẽ </a:t>
            </a:r>
            <a:r>
              <a:rPr lang="vi-VN" b="1" dirty="0"/>
              <a:t>chỉ tập trung vào hai bài toán đầu tiên</a:t>
            </a:r>
            <a:r>
              <a:rPr lang="vi-VN" dirty="0"/>
              <a:t>:</a:t>
            </a:r>
          </a:p>
          <a:p>
            <a:r>
              <a:rPr lang="vi-VN" b="1" dirty="0"/>
              <a:t>Shortest Path</a:t>
            </a:r>
            <a:endParaRPr lang="vi-VN" dirty="0"/>
          </a:p>
          <a:p>
            <a:r>
              <a:rPr lang="vi-VN" b="1" dirty="0"/>
              <a:t>Minimum Spanning Tree (MST)</a:t>
            </a:r>
            <a:endParaRPr lang="vi-VN" dirty="0"/>
          </a:p>
          <a:p>
            <a:r>
              <a:rPr lang="vi-VN" dirty="0"/>
              <a:t>(đây chính là nền tảng để học các thuật toán như Dijkstra, Bellman-Ford, Prim, Kruskal sau này).</a:t>
            </a:r>
          </a:p>
          <a:p>
            <a:endParaRPr lang="en-US" dirty="0"/>
          </a:p>
        </p:txBody>
      </p:sp>
      <p:sp>
        <p:nvSpPr>
          <p:cNvPr id="4" name="Slide Number Placeholder 3"/>
          <p:cNvSpPr>
            <a:spLocks noGrp="1"/>
          </p:cNvSpPr>
          <p:nvPr>
            <p:ph type="sldNum" sz="quarter" idx="5"/>
          </p:nvPr>
        </p:nvSpPr>
        <p:spPr/>
        <p:txBody>
          <a:bodyPr/>
          <a:lstStyle/>
          <a:p>
            <a:fld id="{93B336D0-BB87-4158-9DDA-BA914A234D18}" type="slidenum">
              <a:rPr lang="en-US" smtClean="0"/>
              <a:t>2</a:t>
            </a:fld>
            <a:endParaRPr lang="en-US"/>
          </a:p>
        </p:txBody>
      </p:sp>
    </p:spTree>
    <p:extLst>
      <p:ext uri="{BB962C8B-B14F-4D97-AF65-F5344CB8AC3E}">
        <p14:creationId xmlns:p14="http://schemas.microsoft.com/office/powerpoint/2010/main" val="1452462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a:t>
            </a:r>
            <a:r>
              <a:rPr lang="vi-VN" b="1" dirty="0"/>
              <a:t>Kịch bản giảng</a:t>
            </a:r>
          </a:p>
          <a:p>
            <a:r>
              <a:rPr lang="vi-VN" i="1" dirty="0"/>
              <a:t>“Các em hãy tưởng tượng mình đang sống vào những năm 1920.”</a:t>
            </a:r>
            <a:endParaRPr lang="vi-VN" dirty="0"/>
          </a:p>
          <a:p>
            <a:r>
              <a:rPr lang="vi-VN" dirty="0"/>
              <a:t>Một công ty điện lực muốn kéo điện từ </a:t>
            </a:r>
            <a:r>
              <a:rPr lang="vi-VN" b="1" dirty="0"/>
              <a:t>nhà máy</a:t>
            </a:r>
            <a:r>
              <a:rPr lang="vi-VN" dirty="0"/>
              <a:t> đến </a:t>
            </a:r>
            <a:r>
              <a:rPr lang="vi-VN" b="1" dirty="0"/>
              <a:t>tất cả các thành phố</a:t>
            </a:r>
            <a:r>
              <a:rPr lang="vi-VN" dirty="0"/>
              <a:t> trong khu vực.</a:t>
            </a:r>
          </a:p>
          <a:p>
            <a:r>
              <a:rPr lang="en-US" dirty="0"/>
              <a:t>👉 </a:t>
            </a:r>
            <a:r>
              <a:rPr lang="vi-VN" dirty="0"/>
              <a:t>Vấn đề là:</a:t>
            </a:r>
          </a:p>
          <a:p>
            <a:r>
              <a:rPr lang="vi-VN" dirty="0"/>
              <a:t>Kéo dây giữa mỗi cặp thành phố </a:t>
            </a:r>
            <a:r>
              <a:rPr lang="vi-VN" b="1" dirty="0"/>
              <a:t>tốn chi phí khác nhau</a:t>
            </a:r>
            <a:endParaRPr lang="vi-VN" dirty="0"/>
          </a:p>
          <a:p>
            <a:r>
              <a:rPr lang="vi-VN" dirty="0"/>
              <a:t>Không thể xây tất cả mọi tuyến → quá tốn tiền</a:t>
            </a:r>
          </a:p>
          <a:p>
            <a:br>
              <a:rPr lang="vi-VN" dirty="0"/>
            </a:br>
            <a:endParaRPr lang="vi-VN" dirty="0"/>
          </a:p>
          <a:p>
            <a:r>
              <a:rPr lang="vi-VN" i="1" dirty="0"/>
              <a:t>“Vậy câu hỏi đặt ra là gì?”</a:t>
            </a:r>
            <a:endParaRPr lang="vi-VN" dirty="0"/>
          </a:p>
          <a:p>
            <a:r>
              <a:rPr lang="en-US" dirty="0"/>
              <a:t>👉 </a:t>
            </a:r>
            <a:r>
              <a:rPr lang="vi-VN" dirty="0"/>
              <a:t>Làm sao để:</a:t>
            </a:r>
          </a:p>
          <a:p>
            <a:r>
              <a:rPr lang="vi-VN" dirty="0"/>
              <a:t>Tất cả các thành phố đều </a:t>
            </a:r>
            <a:r>
              <a:rPr lang="vi-VN" b="1" dirty="0"/>
              <a:t>có điện</a:t>
            </a:r>
            <a:endParaRPr lang="vi-VN" dirty="0"/>
          </a:p>
          <a:p>
            <a:r>
              <a:rPr lang="vi-VN" dirty="0"/>
              <a:t>Nhưng </a:t>
            </a:r>
            <a:r>
              <a:rPr lang="vi-VN" b="1" dirty="0"/>
              <a:t>tổng chi phí xây dựng là nhỏ nhất</a:t>
            </a:r>
            <a:endParaRPr lang="vi-VN" dirty="0"/>
          </a:p>
          <a:p>
            <a:br>
              <a:rPr lang="vi-VN" dirty="0"/>
            </a:br>
            <a:endParaRPr lang="vi-VN" dirty="0"/>
          </a:p>
          <a:p>
            <a:r>
              <a:rPr lang="vi-VN" i="1" dirty="0"/>
              <a:t>“Bài toán này được mô hình hóa bằng đồ thị.”</a:t>
            </a:r>
            <a:endParaRPr lang="vi-VN" dirty="0"/>
          </a:p>
          <a:p>
            <a:r>
              <a:rPr lang="vi-VN" dirty="0"/>
              <a:t>Mỗi </a:t>
            </a:r>
            <a:r>
              <a:rPr lang="vi-VN" b="1" dirty="0"/>
              <a:t>thành phố</a:t>
            </a:r>
            <a:r>
              <a:rPr lang="vi-VN" dirty="0"/>
              <a:t> → một </a:t>
            </a:r>
            <a:r>
              <a:rPr lang="vi-VN" b="1" dirty="0"/>
              <a:t>đỉnh</a:t>
            </a:r>
            <a:endParaRPr lang="vi-VN" dirty="0"/>
          </a:p>
          <a:p>
            <a:r>
              <a:rPr lang="vi-VN" dirty="0"/>
              <a:t>Mỗi </a:t>
            </a:r>
            <a:r>
              <a:rPr lang="vi-VN" b="1" dirty="0"/>
              <a:t>tuyến dây</a:t>
            </a:r>
            <a:r>
              <a:rPr lang="vi-VN" dirty="0"/>
              <a:t> → một </a:t>
            </a:r>
            <a:r>
              <a:rPr lang="vi-VN" b="1" dirty="0"/>
              <a:t>cạnh</a:t>
            </a:r>
            <a:endParaRPr lang="vi-VN" dirty="0"/>
          </a:p>
          <a:p>
            <a:r>
              <a:rPr lang="vi-VN" dirty="0"/>
              <a:t>Con số trên cạnh → </a:t>
            </a:r>
            <a:r>
              <a:rPr lang="vi-VN" b="1" dirty="0"/>
              <a:t>chi phí</a:t>
            </a:r>
            <a:endParaRPr lang="vi-VN" dirty="0"/>
          </a:p>
          <a:p>
            <a:br>
              <a:rPr lang="vi-VN" dirty="0"/>
            </a:br>
            <a:endParaRPr lang="vi-VN" dirty="0"/>
          </a:p>
          <a:p>
            <a:r>
              <a:rPr lang="vi-VN" i="1" dirty="0"/>
              <a:t>“Chúng ta không cần tất cả các cạnh.”</a:t>
            </a:r>
            <a:endParaRPr lang="vi-VN" dirty="0"/>
          </a:p>
          <a:p>
            <a:r>
              <a:rPr lang="vi-VN" dirty="0"/>
              <a:t>Chúng ta chỉ cần:</a:t>
            </a:r>
          </a:p>
          <a:p>
            <a:r>
              <a:rPr lang="vi-VN" dirty="0"/>
              <a:t>Đủ cạnh để </a:t>
            </a:r>
            <a:r>
              <a:rPr lang="vi-VN" b="1" dirty="0"/>
              <a:t>kết nối tất cả các đỉnh</a:t>
            </a:r>
            <a:endParaRPr lang="vi-VN" dirty="0"/>
          </a:p>
          <a:p>
            <a:r>
              <a:rPr lang="vi-VN" b="1" dirty="0"/>
              <a:t>Không tạo vòng lặp</a:t>
            </a:r>
            <a:r>
              <a:rPr lang="vi-VN" dirty="0"/>
              <a:t> (vì vòng lặp là thừa)</a:t>
            </a:r>
          </a:p>
          <a:p>
            <a:r>
              <a:rPr lang="vi-VN" dirty="0"/>
              <a:t>Và </a:t>
            </a:r>
            <a:r>
              <a:rPr lang="vi-VN" b="1" dirty="0"/>
              <a:t>tổng chi phí nhỏ nhất</a:t>
            </a:r>
            <a:endParaRPr lang="vi-VN" dirty="0"/>
          </a:p>
          <a:p>
            <a:r>
              <a:rPr lang="en-US" dirty="0"/>
              <a:t>👉 </a:t>
            </a:r>
            <a:r>
              <a:rPr lang="vi-VN" dirty="0"/>
              <a:t>Tập các cạnh đó gọi là </a:t>
            </a:r>
            <a:r>
              <a:rPr lang="vi-VN" b="1" dirty="0"/>
              <a:t>Minimum Spanning Tree</a:t>
            </a:r>
            <a:r>
              <a:rPr lang="vi-VN" dirty="0"/>
              <a:t>.</a:t>
            </a:r>
          </a:p>
          <a:p>
            <a:br>
              <a:rPr lang="vi-VN" dirty="0"/>
            </a:br>
            <a:endParaRPr lang="vi-VN" dirty="0"/>
          </a:p>
          <a:p>
            <a:r>
              <a:rPr lang="vi-VN" i="1" dirty="0"/>
              <a:t>“Vì sao gọi là cây?”</a:t>
            </a:r>
            <a:endParaRPr lang="vi-VN" dirty="0"/>
          </a:p>
          <a:p>
            <a:r>
              <a:rPr lang="vi-VN" dirty="0"/>
              <a:t>Vì:</a:t>
            </a:r>
          </a:p>
          <a:p>
            <a:pPr lvl="1"/>
            <a:r>
              <a:rPr lang="vi-VN" dirty="0"/>
              <a:t>Kết nối tất cả các đỉnh</a:t>
            </a:r>
          </a:p>
          <a:p>
            <a:pPr lvl="1"/>
            <a:r>
              <a:rPr lang="vi-VN" dirty="0"/>
              <a:t>Không có chu trình</a:t>
            </a:r>
            <a:br>
              <a:rPr lang="vi-VN" dirty="0"/>
            </a:br>
            <a:r>
              <a:rPr lang="vi-VN" dirty="0"/>
              <a:t>→ đúng định nghĩa của </a:t>
            </a:r>
            <a:r>
              <a:rPr lang="vi-VN" b="1" dirty="0"/>
              <a:t>tree</a:t>
            </a:r>
            <a:endParaRPr lang="vi-VN" dirty="0"/>
          </a:p>
          <a:p>
            <a:br>
              <a:rPr lang="vi-VN" dirty="0"/>
            </a:br>
            <a:endParaRPr lang="vi-VN" dirty="0"/>
          </a:p>
          <a:p>
            <a:r>
              <a:rPr lang="vi-VN" i="1" dirty="0"/>
              <a:t>“Vì sao gọi là minimum?”</a:t>
            </a:r>
            <a:endParaRPr lang="vi-VN" dirty="0"/>
          </a:p>
          <a:p>
            <a:r>
              <a:rPr lang="vi-VN" dirty="0"/>
              <a:t>Vì trong rất nhiều cây có thể có</a:t>
            </a:r>
            <a:br>
              <a:rPr lang="vi-VN" dirty="0"/>
            </a:br>
            <a:r>
              <a:rPr lang="vi-VN" dirty="0"/>
              <a:t>→ ta chọn </a:t>
            </a:r>
            <a:r>
              <a:rPr lang="vi-VN" b="1" dirty="0"/>
              <a:t>cây có tổng trọng số nhỏ nhất</a:t>
            </a:r>
            <a:endParaRPr lang="vi-VN" dirty="0"/>
          </a:p>
          <a:p>
            <a:br>
              <a:rPr lang="vi-VN" dirty="0"/>
            </a:br>
            <a:endParaRPr lang="vi-VN" dirty="0"/>
          </a:p>
          <a:p>
            <a:r>
              <a:rPr lang="vi-VN" i="1" dirty="0"/>
              <a:t>“Từ bài toán này, ta có hai thuật toán rất quan trọng.”</a:t>
            </a:r>
            <a:endParaRPr lang="vi-VN" dirty="0"/>
          </a:p>
          <a:p>
            <a:r>
              <a:rPr lang="vi-VN" b="1" dirty="0"/>
              <a:t>Prim</a:t>
            </a:r>
            <a:r>
              <a:rPr lang="vi-VN" dirty="0"/>
              <a:t>: xây cây từ từ, mở rộng từ một đỉnh</a:t>
            </a:r>
          </a:p>
          <a:p>
            <a:r>
              <a:rPr lang="vi-VN" b="1" dirty="0"/>
              <a:t>Kruskal</a:t>
            </a:r>
            <a:r>
              <a:rPr lang="vi-VN" dirty="0"/>
              <a:t>: chọn cạnh rẻ nhất trước, tránh chu trình</a:t>
            </a:r>
          </a:p>
          <a:p>
            <a:r>
              <a:rPr lang="en-US" dirty="0"/>
              <a:t>📌 </a:t>
            </a:r>
            <a:r>
              <a:rPr lang="vi-VN" i="1" dirty="0"/>
              <a:t>Hai thuật toán này là trọng tâm của phần MST trong môn học.</a:t>
            </a:r>
            <a:endParaRPr lang="vi-VN" dirty="0"/>
          </a:p>
          <a:p>
            <a:endParaRPr lang="en-US" dirty="0"/>
          </a:p>
        </p:txBody>
      </p:sp>
      <p:sp>
        <p:nvSpPr>
          <p:cNvPr id="4" name="Slide Number Placeholder 3"/>
          <p:cNvSpPr>
            <a:spLocks noGrp="1"/>
          </p:cNvSpPr>
          <p:nvPr>
            <p:ph type="sldNum" sz="quarter" idx="5"/>
          </p:nvPr>
        </p:nvSpPr>
        <p:spPr/>
        <p:txBody>
          <a:bodyPr/>
          <a:lstStyle/>
          <a:p>
            <a:fld id="{93B336D0-BB87-4158-9DDA-BA914A234D18}" type="slidenum">
              <a:rPr lang="en-US" smtClean="0"/>
              <a:t>3</a:t>
            </a:fld>
            <a:endParaRPr lang="en-US"/>
          </a:p>
        </p:txBody>
      </p:sp>
    </p:spTree>
    <p:extLst>
      <p:ext uri="{BB962C8B-B14F-4D97-AF65-F5344CB8AC3E}">
        <p14:creationId xmlns:p14="http://schemas.microsoft.com/office/powerpoint/2010/main" val="3600477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a:t>
            </a:r>
            <a:r>
              <a:rPr lang="vi-VN" b="1" dirty="0"/>
              <a:t>Kịch bản giảng</a:t>
            </a:r>
          </a:p>
          <a:p>
            <a:r>
              <a:rPr lang="vi-VN" i="1" dirty="0"/>
              <a:t>“Chúng ta đã biết mục tiêu của MST.”</a:t>
            </a:r>
            <a:endParaRPr lang="vi-VN" dirty="0"/>
          </a:p>
          <a:p>
            <a:r>
              <a:rPr lang="vi-VN" dirty="0"/>
              <a:t>Chúng ta cần chọn một tập cạnh sao cho:</a:t>
            </a:r>
          </a:p>
          <a:p>
            <a:r>
              <a:rPr lang="vi-VN" dirty="0"/>
              <a:t>Mọi đỉnh đều được nối</a:t>
            </a:r>
          </a:p>
          <a:p>
            <a:r>
              <a:rPr lang="vi-VN" dirty="0"/>
              <a:t>Đồ thị liên thông</a:t>
            </a:r>
          </a:p>
          <a:p>
            <a:r>
              <a:rPr lang="vi-VN" dirty="0"/>
              <a:t>Tổng trọng số nhỏ nhất</a:t>
            </a:r>
          </a:p>
          <a:p>
            <a:br>
              <a:rPr lang="vi-VN" dirty="0"/>
            </a:br>
            <a:endParaRPr lang="vi-VN" dirty="0"/>
          </a:p>
          <a:p>
            <a:r>
              <a:rPr lang="vi-VN" i="1" dirty="0"/>
              <a:t>“Bây giờ thầy/cô đưa ra một khẳng định rất quan trọng.”</a:t>
            </a:r>
            <a:endParaRPr lang="vi-VN" dirty="0"/>
          </a:p>
          <a:p>
            <a:r>
              <a:rPr lang="en-US" dirty="0"/>
              <a:t>📌 </a:t>
            </a:r>
            <a:r>
              <a:rPr lang="vi-VN" b="1" dirty="0"/>
              <a:t>Claim</a:t>
            </a:r>
            <a:r>
              <a:rPr lang="vi-VN" dirty="0"/>
              <a:t>:</a:t>
            </a:r>
          </a:p>
          <a:p>
            <a:r>
              <a:rPr lang="vi-VN" dirty="0"/>
              <a:t>Tập cạnh của MST </a:t>
            </a:r>
            <a:r>
              <a:rPr lang="vi-VN" b="1" dirty="0"/>
              <a:t>không bao giờ chứa chu trình (cycle)</a:t>
            </a:r>
            <a:r>
              <a:rPr lang="vi-VN" dirty="0"/>
              <a:t>.</a:t>
            </a:r>
          </a:p>
          <a:p>
            <a:br>
              <a:rPr lang="vi-VN" dirty="0"/>
            </a:br>
            <a:endParaRPr lang="vi-VN" dirty="0"/>
          </a:p>
          <a:p>
            <a:r>
              <a:rPr lang="en-US" b="1" dirty="0"/>
              <a:t>❓ </a:t>
            </a:r>
            <a:r>
              <a:rPr lang="vi-VN" b="1" dirty="0"/>
              <a:t>Vì sao lại không có cycle?</a:t>
            </a:r>
          </a:p>
          <a:p>
            <a:r>
              <a:rPr lang="vi-VN" dirty="0"/>
              <a:t>Giả sử </a:t>
            </a:r>
            <a:r>
              <a:rPr lang="vi-VN" b="1" dirty="0"/>
              <a:t>ngược lại</a:t>
            </a:r>
            <a:r>
              <a:rPr lang="vi-VN" dirty="0"/>
              <a:t>:</a:t>
            </a:r>
          </a:p>
          <a:p>
            <a:r>
              <a:rPr lang="vi-VN" dirty="0"/>
              <a:t>Ta có một tập cạnh thỏa mãn các điều kiện</a:t>
            </a:r>
          </a:p>
          <a:p>
            <a:r>
              <a:rPr lang="vi-VN" dirty="0"/>
              <a:t>Nhưng </a:t>
            </a:r>
            <a:r>
              <a:rPr lang="vi-VN" b="1" dirty="0"/>
              <a:t>có một chu trình</a:t>
            </a:r>
            <a:endParaRPr lang="vi-VN" dirty="0"/>
          </a:p>
          <a:p>
            <a:br>
              <a:rPr lang="vi-VN" dirty="0"/>
            </a:br>
            <a:endParaRPr lang="vi-VN" dirty="0"/>
          </a:p>
          <a:p>
            <a:r>
              <a:rPr lang="en-US" b="1" dirty="0"/>
              <a:t>🔄 </a:t>
            </a:r>
            <a:r>
              <a:rPr lang="vi-VN" b="1" dirty="0"/>
              <a:t>Xét một chu trình trong đồ thị</a:t>
            </a:r>
          </a:p>
          <a:p>
            <a:r>
              <a:rPr lang="vi-VN" dirty="0"/>
              <a:t>Trong chu trình đó:</a:t>
            </a:r>
          </a:p>
          <a:p>
            <a:r>
              <a:rPr lang="vi-VN" dirty="0"/>
              <a:t>Có nhiều cạnh</a:t>
            </a:r>
          </a:p>
          <a:p>
            <a:r>
              <a:rPr lang="vi-VN" dirty="0"/>
              <a:t>Vì </a:t>
            </a:r>
            <a:r>
              <a:rPr lang="vi-VN" b="1" dirty="0"/>
              <a:t>tất cả trọng số đều dương</a:t>
            </a:r>
            <a:endParaRPr lang="vi-VN" dirty="0"/>
          </a:p>
          <a:p>
            <a:r>
              <a:rPr lang="vi-VN" dirty="0"/>
              <a:t>Nên </a:t>
            </a:r>
            <a:r>
              <a:rPr lang="vi-VN" b="1" dirty="0"/>
              <a:t>sẽ tồn tại một cạnh có trọng số lớn nhất</a:t>
            </a:r>
            <a:endParaRPr lang="vi-VN" dirty="0"/>
          </a:p>
          <a:p>
            <a:br>
              <a:rPr lang="vi-VN" dirty="0"/>
            </a:br>
            <a:endParaRPr lang="vi-VN" dirty="0"/>
          </a:p>
          <a:p>
            <a:r>
              <a:rPr lang="vi-VN" b="1" dirty="0"/>
              <a:t>✂️ Loại bỏ cạnh nặng nhất</a:t>
            </a:r>
          </a:p>
          <a:p>
            <a:r>
              <a:rPr lang="vi-VN" dirty="0"/>
              <a:t>Ta </a:t>
            </a:r>
            <a:r>
              <a:rPr lang="vi-VN" b="1" dirty="0"/>
              <a:t>bỏ cạnh có trọng số lớn nhất</a:t>
            </a:r>
            <a:r>
              <a:rPr lang="vi-VN" dirty="0"/>
              <a:t> trong chu trình</a:t>
            </a:r>
          </a:p>
          <a:p>
            <a:r>
              <a:rPr lang="vi-VN" dirty="0"/>
              <a:t>Điều gì xảy ra?</a:t>
            </a:r>
          </a:p>
          <a:p>
            <a:r>
              <a:rPr lang="en-US" dirty="0"/>
              <a:t>👉 </a:t>
            </a:r>
            <a:r>
              <a:rPr lang="vi-VN" dirty="0"/>
              <a:t>Đồ thị:</a:t>
            </a:r>
          </a:p>
          <a:p>
            <a:r>
              <a:rPr lang="vi-VN" b="1" dirty="0"/>
              <a:t>Vẫn liên thông</a:t>
            </a:r>
            <a:endParaRPr lang="vi-VN" dirty="0"/>
          </a:p>
          <a:p>
            <a:r>
              <a:rPr lang="vi-VN" b="1" dirty="0"/>
              <a:t>Vẫn nối tất cả các đỉnh</a:t>
            </a:r>
            <a:endParaRPr lang="vi-VN" dirty="0"/>
          </a:p>
          <a:p>
            <a:r>
              <a:rPr lang="vi-VN" dirty="0"/>
              <a:t>Nhưng </a:t>
            </a:r>
            <a:r>
              <a:rPr lang="vi-VN" b="1" dirty="0"/>
              <a:t>tổng trọng số giảm</a:t>
            </a:r>
            <a:endParaRPr lang="vi-VN" dirty="0"/>
          </a:p>
          <a:p>
            <a:br>
              <a:rPr lang="vi-VN" dirty="0"/>
            </a:br>
            <a:endParaRPr lang="vi-VN" dirty="0"/>
          </a:p>
          <a:p>
            <a:r>
              <a:rPr lang="vi-VN" b="1" dirty="0"/>
              <a:t>⚠️ Mâu thuẫn xuất hiện</a:t>
            </a:r>
          </a:p>
          <a:p>
            <a:r>
              <a:rPr lang="vi-VN" dirty="0"/>
              <a:t>Ta đã tìm được một tập cạnh:</a:t>
            </a:r>
          </a:p>
          <a:p>
            <a:pPr lvl="1"/>
            <a:r>
              <a:rPr lang="vi-VN" dirty="0"/>
              <a:t>Nhẹ hơn</a:t>
            </a:r>
          </a:p>
          <a:p>
            <a:pPr lvl="1"/>
            <a:r>
              <a:rPr lang="vi-VN" dirty="0"/>
              <a:t>Vẫn thỏa điều kiện</a:t>
            </a:r>
          </a:p>
          <a:p>
            <a:r>
              <a:rPr lang="vi-VN" dirty="0"/>
              <a:t>Nhưng trước đó ta giả sử tập ban đầu là </a:t>
            </a:r>
            <a:r>
              <a:rPr lang="vi-VN" b="1" dirty="0"/>
              <a:t>nhỏ nhất</a:t>
            </a:r>
            <a:endParaRPr lang="vi-VN" dirty="0"/>
          </a:p>
          <a:p>
            <a:r>
              <a:rPr lang="en-US" dirty="0"/>
              <a:t>👉 </a:t>
            </a:r>
            <a:r>
              <a:rPr lang="vi-VN" b="1" dirty="0"/>
              <a:t>Mâu thuẫn</a:t>
            </a:r>
            <a:r>
              <a:rPr lang="vi-VN" dirty="0"/>
              <a:t> </a:t>
            </a:r>
            <a:r>
              <a:rPr lang="en-US" dirty="0"/>
              <a:t>❌</a:t>
            </a:r>
          </a:p>
          <a:p>
            <a:br>
              <a:rPr lang="en-US" dirty="0"/>
            </a:br>
            <a:endParaRPr lang="en-US" dirty="0"/>
          </a:p>
          <a:p>
            <a:r>
              <a:rPr lang="en-US" b="1" dirty="0"/>
              <a:t>✅ </a:t>
            </a:r>
            <a:r>
              <a:rPr lang="vi-VN" b="1" dirty="0"/>
              <a:t>Kết luận</a:t>
            </a:r>
          </a:p>
          <a:p>
            <a:r>
              <a:rPr lang="vi-VN" dirty="0"/>
              <a:t>Một tập cạnh nhỏ nhất </a:t>
            </a:r>
            <a:r>
              <a:rPr lang="vi-VN" b="1" dirty="0"/>
              <a:t>không thể chứa chu trình</a:t>
            </a:r>
            <a:endParaRPr lang="vi-VN" dirty="0"/>
          </a:p>
          <a:p>
            <a:r>
              <a:rPr lang="vi-VN" dirty="0"/>
              <a:t>Vì nếu có chu trình → luôn có thể bỏ bớt một cạnh để rẻ hơn</a:t>
            </a:r>
          </a:p>
          <a:p>
            <a:r>
              <a:rPr lang="en-US" dirty="0"/>
              <a:t>📌 </a:t>
            </a:r>
            <a:r>
              <a:rPr lang="vi-VN" b="1" dirty="0"/>
              <a:t>Do đó: MST luôn là một cây</a:t>
            </a:r>
            <a:endParaRPr lang="vi-VN" dirty="0"/>
          </a:p>
          <a:p>
            <a:br>
              <a:rPr lang="vi-VN" dirty="0"/>
            </a:br>
            <a:endParaRPr lang="vi-VN" dirty="0"/>
          </a:p>
          <a:p>
            <a:r>
              <a:rPr lang="en-US" b="1" dirty="0"/>
              <a:t>🧠 </a:t>
            </a:r>
            <a:r>
              <a:rPr lang="vi-VN" b="1" dirty="0"/>
              <a:t>CÂU NÓI CHỐT CHO SINH VIÊN (NÊN NÓI CHẬM)</a:t>
            </a:r>
          </a:p>
          <a:p>
            <a:r>
              <a:rPr lang="vi-VN" dirty="0"/>
              <a:t>“Cycle luôn là dấu hiệu của chi phí dư thừa trong bài toán MST.”</a:t>
            </a:r>
          </a:p>
          <a:p>
            <a:br>
              <a:rPr lang="vi-VN" dirty="0"/>
            </a:br>
            <a:endParaRPr lang="vi-VN" dirty="0"/>
          </a:p>
          <a:p>
            <a:r>
              <a:rPr lang="en-US" b="1" dirty="0"/>
              <a:t>🎯 </a:t>
            </a:r>
            <a:r>
              <a:rPr lang="vi-VN" b="1" dirty="0"/>
              <a:t>LIÊN HỆ TRỰC TIẾP SANG THUẬT TOÁN</a:t>
            </a:r>
          </a:p>
          <a:p>
            <a:r>
              <a:rPr lang="vi-VN" b="1" dirty="0"/>
              <a:t>Kruskal</a:t>
            </a:r>
            <a:r>
              <a:rPr lang="vi-VN" dirty="0"/>
              <a:t>:</a:t>
            </a:r>
            <a:br>
              <a:rPr lang="vi-VN" dirty="0"/>
            </a:br>
            <a:r>
              <a:rPr lang="vi-VN" dirty="0"/>
              <a:t>→ luôn tránh tạo cycle</a:t>
            </a:r>
          </a:p>
          <a:p>
            <a:r>
              <a:rPr lang="vi-VN" b="1" dirty="0"/>
              <a:t>Prim</a:t>
            </a:r>
            <a:r>
              <a:rPr lang="vi-VN" dirty="0"/>
              <a:t>:</a:t>
            </a:r>
            <a:br>
              <a:rPr lang="vi-VN" dirty="0"/>
            </a:br>
            <a:r>
              <a:rPr lang="vi-VN" dirty="0"/>
              <a:t>→ chỉ nối đỉnh mới vào cây hiện có</a:t>
            </a:r>
          </a:p>
          <a:p>
            <a:r>
              <a:rPr lang="en-US" dirty="0"/>
              <a:t>👉 </a:t>
            </a:r>
            <a:r>
              <a:rPr lang="vi-VN" dirty="0"/>
              <a:t>Tất cả đều dựa trên </a:t>
            </a:r>
            <a:r>
              <a:rPr lang="vi-VN" b="1" dirty="0"/>
              <a:t>lý luận này</a:t>
            </a:r>
            <a:r>
              <a:rPr lang="vi-VN" dirty="0"/>
              <a:t>.</a:t>
            </a:r>
          </a:p>
          <a:p>
            <a:endParaRPr lang="en-US" dirty="0"/>
          </a:p>
        </p:txBody>
      </p:sp>
      <p:sp>
        <p:nvSpPr>
          <p:cNvPr id="4" name="Slide Number Placeholder 3"/>
          <p:cNvSpPr>
            <a:spLocks noGrp="1"/>
          </p:cNvSpPr>
          <p:nvPr>
            <p:ph type="sldNum" sz="quarter" idx="5"/>
          </p:nvPr>
        </p:nvSpPr>
        <p:spPr/>
        <p:txBody>
          <a:bodyPr/>
          <a:lstStyle/>
          <a:p>
            <a:fld id="{93B336D0-BB87-4158-9DDA-BA914A234D18}" type="slidenum">
              <a:rPr lang="en-US" smtClean="0"/>
              <a:t>4</a:t>
            </a:fld>
            <a:endParaRPr lang="en-US"/>
          </a:p>
        </p:txBody>
      </p:sp>
    </p:spTree>
    <p:extLst>
      <p:ext uri="{BB962C8B-B14F-4D97-AF65-F5344CB8AC3E}">
        <p14:creationId xmlns:p14="http://schemas.microsoft.com/office/powerpoint/2010/main" val="3242362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a:t>
            </a:r>
            <a:r>
              <a:rPr lang="vi-VN" b="1" dirty="0"/>
              <a:t>PHẦN B — KỊCH BẢN GIẢNG BÀI 3–5 PHÚT (GIẢI THÍCH SỰ KHÁC NHAU)</a:t>
            </a:r>
          </a:p>
          <a:p>
            <a:r>
              <a:rPr lang="vi-VN" dirty="0"/>
              <a:t>⏱ ~4 phút</a:t>
            </a:r>
            <a:br>
              <a:rPr lang="vi-VN" dirty="0"/>
            </a:br>
            <a:r>
              <a:rPr lang="en-US" dirty="0"/>
              <a:t>🎯 </a:t>
            </a:r>
            <a:r>
              <a:rPr lang="vi-VN" dirty="0"/>
              <a:t>Mục tiêu: sinh viên </a:t>
            </a:r>
            <a:r>
              <a:rPr lang="vi-VN" b="1" dirty="0"/>
              <a:t>bỏ nhầm lẫn “tree = BST”</a:t>
            </a:r>
            <a:endParaRPr lang="vi-VN" dirty="0"/>
          </a:p>
          <a:p>
            <a:br>
              <a:rPr lang="vi-VN" dirty="0"/>
            </a:br>
            <a:endParaRPr lang="vi-VN" dirty="0"/>
          </a:p>
          <a:p>
            <a:r>
              <a:rPr lang="en-US" b="1" dirty="0"/>
              <a:t>🎤 </a:t>
            </a:r>
            <a:r>
              <a:rPr lang="vi-VN" b="1" dirty="0"/>
              <a:t>Kịch bản giảng</a:t>
            </a:r>
          </a:p>
          <a:p>
            <a:r>
              <a:rPr lang="vi-VN" i="1" dirty="0"/>
              <a:t>“Trước khi tiếp tục với MST, ta cần dừng lại một chút để nói về khái niệm cây.”</a:t>
            </a:r>
            <a:endParaRPr lang="vi-VN" dirty="0"/>
          </a:p>
          <a:p>
            <a:br>
              <a:rPr lang="vi-VN" dirty="0"/>
            </a:br>
            <a:endParaRPr lang="vi-VN" dirty="0"/>
          </a:p>
          <a:p>
            <a:r>
              <a:rPr lang="en-US" b="1" dirty="0"/>
              <a:t>🌳 </a:t>
            </a:r>
            <a:r>
              <a:rPr lang="vi-VN" b="1" dirty="0"/>
              <a:t>Tree trong cấu trúc dữ liệu (Data Structures)</a:t>
            </a:r>
          </a:p>
          <a:p>
            <a:r>
              <a:rPr lang="vi-VN" dirty="0"/>
              <a:t>Sinh viên thường đã học:</a:t>
            </a:r>
          </a:p>
          <a:p>
            <a:r>
              <a:rPr lang="vi-VN" b="1" dirty="0"/>
              <a:t>Binary Search Tree</a:t>
            </a:r>
            <a:endParaRPr lang="vi-VN" dirty="0"/>
          </a:p>
          <a:p>
            <a:r>
              <a:rPr lang="vi-VN" b="1" dirty="0"/>
              <a:t>Heap</a:t>
            </a:r>
            <a:endParaRPr lang="vi-VN" dirty="0"/>
          </a:p>
          <a:p>
            <a:r>
              <a:rPr lang="vi-VN" dirty="0"/>
              <a:t>Chúng có điểm chung:</a:t>
            </a:r>
          </a:p>
          <a:p>
            <a:r>
              <a:rPr lang="vi-VN" dirty="0"/>
              <a:t>Có </a:t>
            </a:r>
            <a:r>
              <a:rPr lang="vi-VN" b="1" dirty="0"/>
              <a:t>root</a:t>
            </a:r>
            <a:endParaRPr lang="vi-VN" dirty="0"/>
          </a:p>
          <a:p>
            <a:r>
              <a:rPr lang="vi-VN" dirty="0"/>
              <a:t>Có </a:t>
            </a:r>
            <a:r>
              <a:rPr lang="vi-VN" b="1" dirty="0"/>
              <a:t>cha – con</a:t>
            </a:r>
            <a:endParaRPr lang="vi-VN" dirty="0"/>
          </a:p>
          <a:p>
            <a:r>
              <a:rPr lang="vi-VN" b="1" dirty="0"/>
              <a:t>Liên thông</a:t>
            </a:r>
            <a:endParaRPr lang="vi-VN" dirty="0"/>
          </a:p>
          <a:p>
            <a:r>
              <a:rPr lang="vi-VN" b="1" dirty="0"/>
              <a:t>Không có chu trình</a:t>
            </a:r>
            <a:endParaRPr lang="vi-VN" dirty="0"/>
          </a:p>
          <a:p>
            <a:r>
              <a:rPr lang="en-US" dirty="0"/>
              <a:t>👉 </a:t>
            </a:r>
            <a:r>
              <a:rPr lang="vi-VN" dirty="0"/>
              <a:t>Nhưng đây là </a:t>
            </a:r>
            <a:r>
              <a:rPr lang="vi-VN" b="1" dirty="0"/>
              <a:t>tree có định hướng, có cấu trúc, có thứ tự</a:t>
            </a:r>
            <a:r>
              <a:rPr lang="vi-VN" dirty="0"/>
              <a:t>.</a:t>
            </a:r>
          </a:p>
          <a:p>
            <a:br>
              <a:rPr lang="vi-VN" dirty="0"/>
            </a:br>
            <a:endParaRPr lang="vi-VN" dirty="0"/>
          </a:p>
          <a:p>
            <a:r>
              <a:rPr lang="en-US" b="1" dirty="0"/>
              <a:t>🔄 </a:t>
            </a:r>
            <a:r>
              <a:rPr lang="vi-VN" b="1" dirty="0"/>
              <a:t>Tree trong đồ thị thì khác</a:t>
            </a:r>
          </a:p>
          <a:p>
            <a:r>
              <a:rPr lang="vi-VN" i="1" dirty="0"/>
              <a:t>“Khi nói về tree trong graph theory, chúng ta bỏ rất nhiều ràng buộc.”</a:t>
            </a:r>
            <a:endParaRPr lang="vi-VN" dirty="0"/>
          </a:p>
          <a:p>
            <a:r>
              <a:rPr lang="vi-VN" dirty="0"/>
              <a:t>Không cần root</a:t>
            </a:r>
          </a:p>
          <a:p>
            <a:r>
              <a:rPr lang="vi-VN" dirty="0"/>
              <a:t>Không có trái / phải</a:t>
            </a:r>
          </a:p>
          <a:p>
            <a:r>
              <a:rPr lang="vi-VN" dirty="0"/>
              <a:t>Không có thứ tự</a:t>
            </a:r>
          </a:p>
          <a:p>
            <a:r>
              <a:rPr lang="vi-VN" dirty="0"/>
              <a:t>Không cần cha – con cố định</a:t>
            </a:r>
          </a:p>
          <a:p>
            <a:r>
              <a:rPr lang="en-US" dirty="0"/>
              <a:t>👉 </a:t>
            </a:r>
            <a:r>
              <a:rPr lang="vi-VN" dirty="0"/>
              <a:t>Chỉ cần quan tâm đến </a:t>
            </a:r>
            <a:r>
              <a:rPr lang="vi-VN" b="1" dirty="0"/>
              <a:t>cấu trúc kết nối</a:t>
            </a:r>
            <a:endParaRPr lang="vi-VN" dirty="0"/>
          </a:p>
          <a:p>
            <a:br>
              <a:rPr lang="vi-VN" dirty="0"/>
            </a:br>
            <a:endParaRPr lang="vi-VN" dirty="0"/>
          </a:p>
          <a:p>
            <a:r>
              <a:rPr lang="en-US" b="1" dirty="0"/>
              <a:t>📌 </a:t>
            </a:r>
            <a:r>
              <a:rPr lang="vi-VN" b="1" dirty="0"/>
              <a:t>Định nghĩa chuẩn trong đồ thị</a:t>
            </a:r>
          </a:p>
          <a:p>
            <a:r>
              <a:rPr lang="vi-VN" b="1" dirty="0"/>
              <a:t>Tree (trong graph theory)</a:t>
            </a:r>
            <a:r>
              <a:rPr lang="vi-VN" dirty="0"/>
              <a:t> là:</a:t>
            </a:r>
          </a:p>
          <a:p>
            <a:r>
              <a:rPr lang="vi-VN" dirty="0"/>
              <a:t>Đồ thị </a:t>
            </a:r>
            <a:r>
              <a:rPr lang="vi-VN" b="1" dirty="0"/>
              <a:t>vô hướng</a:t>
            </a:r>
            <a:endParaRPr lang="vi-VN" dirty="0"/>
          </a:p>
          <a:p>
            <a:r>
              <a:rPr lang="vi-VN" b="1" dirty="0"/>
              <a:t>Liên thông</a:t>
            </a:r>
            <a:endParaRPr lang="vi-VN" dirty="0"/>
          </a:p>
          <a:p>
            <a:r>
              <a:rPr lang="vi-VN" b="1" dirty="0"/>
              <a:t>Không có chu trình</a:t>
            </a:r>
            <a:endParaRPr lang="vi-VN" dirty="0"/>
          </a:p>
          <a:p>
            <a:r>
              <a:rPr lang="en-US" dirty="0"/>
              <a:t>📌 </a:t>
            </a:r>
            <a:r>
              <a:rPr lang="vi-VN" dirty="0"/>
              <a:t>Hết. Không cần gì thêm.</a:t>
            </a:r>
          </a:p>
          <a:p>
            <a:br>
              <a:rPr lang="vi-VN" dirty="0"/>
            </a:br>
            <a:endParaRPr lang="vi-VN" dirty="0"/>
          </a:p>
          <a:p>
            <a:r>
              <a:rPr lang="vi-VN" b="1" dirty="0"/>
              <a:t>⚠️ Điểm sinh viên hay nhầm</a:t>
            </a:r>
          </a:p>
          <a:p>
            <a:r>
              <a:rPr lang="vi-VN" dirty="0"/>
              <a:t>“Tree phải có root” </a:t>
            </a:r>
            <a:r>
              <a:rPr lang="en-US" dirty="0"/>
              <a:t>❌</a:t>
            </a:r>
          </a:p>
          <a:p>
            <a:r>
              <a:rPr lang="en-US" dirty="0"/>
              <a:t>“</a:t>
            </a:r>
            <a:r>
              <a:rPr lang="vi-VN" dirty="0"/>
              <a:t>Tree phải có left/right” </a:t>
            </a:r>
            <a:r>
              <a:rPr lang="en-US" dirty="0"/>
              <a:t>❌</a:t>
            </a:r>
          </a:p>
          <a:p>
            <a:r>
              <a:rPr lang="en-US" dirty="0"/>
              <a:t>“</a:t>
            </a:r>
            <a:r>
              <a:rPr lang="vi-VN" dirty="0"/>
              <a:t>Tree phải có thứ tự” </a:t>
            </a:r>
            <a:r>
              <a:rPr lang="en-US" dirty="0"/>
              <a:t>❌</a:t>
            </a:r>
          </a:p>
          <a:p>
            <a:r>
              <a:rPr lang="en-US" dirty="0"/>
              <a:t>👉 </a:t>
            </a:r>
            <a:r>
              <a:rPr lang="vi-VN" dirty="0"/>
              <a:t>Những điều đó </a:t>
            </a:r>
            <a:r>
              <a:rPr lang="vi-VN" b="1" dirty="0"/>
              <a:t>chỉ đúng trong data structures</a:t>
            </a:r>
            <a:r>
              <a:rPr lang="vi-VN" dirty="0"/>
              <a:t>, không đúng trong graph theory.</a:t>
            </a:r>
          </a:p>
          <a:p>
            <a:br>
              <a:rPr lang="vi-VN" dirty="0"/>
            </a:br>
            <a:endParaRPr lang="vi-VN" dirty="0"/>
          </a:p>
          <a:p>
            <a:r>
              <a:rPr lang="en-US" b="1" dirty="0"/>
              <a:t>🔗 </a:t>
            </a:r>
            <a:r>
              <a:rPr lang="vi-VN" b="1" dirty="0"/>
              <a:t>Liên hệ với MST</a:t>
            </a:r>
          </a:p>
          <a:p>
            <a:r>
              <a:rPr lang="vi-VN" i="1" dirty="0"/>
              <a:t>“Minimum Spanning Tree chính là một tree theo định nghĩa đồ thị.”</a:t>
            </a:r>
            <a:endParaRPr lang="vi-VN" dirty="0"/>
          </a:p>
          <a:p>
            <a:r>
              <a:rPr lang="vi-VN" dirty="0"/>
              <a:t>Liên thông</a:t>
            </a:r>
          </a:p>
          <a:p>
            <a:r>
              <a:rPr lang="vi-VN" dirty="0"/>
              <a:t>Không chu trình</a:t>
            </a:r>
          </a:p>
          <a:p>
            <a:r>
              <a:rPr lang="vi-VN" dirty="0"/>
              <a:t>Bao phủ tất cả các đỉnh</a:t>
            </a:r>
          </a:p>
          <a:p>
            <a:r>
              <a:rPr lang="vi-VN" dirty="0"/>
              <a:t>Nhưng </a:t>
            </a:r>
            <a:r>
              <a:rPr lang="vi-VN" b="1" dirty="0"/>
              <a:t>tối ưu trọng số</a:t>
            </a:r>
            <a:endParaRPr lang="vi-VN" dirty="0"/>
          </a:p>
          <a:p>
            <a:r>
              <a:rPr lang="en-US" dirty="0"/>
              <a:t>👉 </a:t>
            </a:r>
            <a:r>
              <a:rPr lang="vi-VN" dirty="0"/>
              <a:t>MST </a:t>
            </a:r>
            <a:r>
              <a:rPr lang="vi-VN" b="1" dirty="0"/>
              <a:t>không phải BST</a:t>
            </a:r>
            <a:r>
              <a:rPr lang="vi-VN" dirty="0"/>
              <a:t>, </a:t>
            </a:r>
            <a:r>
              <a:rPr lang="vi-VN" b="1" dirty="0"/>
              <a:t>không phải heap</a:t>
            </a:r>
            <a:endParaRPr lang="vi-VN" dirty="0"/>
          </a:p>
          <a:p>
            <a:br>
              <a:rPr lang="vi-VN" dirty="0"/>
            </a:br>
            <a:endParaRPr lang="vi-VN" dirty="0"/>
          </a:p>
          <a:p>
            <a:r>
              <a:rPr lang="en-US" b="1" dirty="0"/>
              <a:t>🧠 </a:t>
            </a:r>
            <a:r>
              <a:rPr lang="vi-VN" b="1" dirty="0"/>
              <a:t>CÂU CHỐT (NÊN NHẤN MẠNH CHO SINH VIÊN)</a:t>
            </a:r>
          </a:p>
          <a:p>
            <a:r>
              <a:rPr lang="vi-VN" dirty="0"/>
              <a:t>“Trong graph theory, tree không phải là cấu trúc lưu trữ – mà là một tính chất.”</a:t>
            </a:r>
          </a:p>
          <a:p>
            <a:endParaRPr lang="en-US" dirty="0"/>
          </a:p>
        </p:txBody>
      </p:sp>
      <p:sp>
        <p:nvSpPr>
          <p:cNvPr id="4" name="Slide Number Placeholder 3"/>
          <p:cNvSpPr>
            <a:spLocks noGrp="1"/>
          </p:cNvSpPr>
          <p:nvPr>
            <p:ph type="sldNum" sz="quarter" idx="5"/>
          </p:nvPr>
        </p:nvSpPr>
        <p:spPr/>
        <p:txBody>
          <a:bodyPr/>
          <a:lstStyle/>
          <a:p>
            <a:fld id="{93B336D0-BB87-4158-9DDA-BA914A234D18}" type="slidenum">
              <a:rPr lang="en-US" smtClean="0"/>
              <a:t>5</a:t>
            </a:fld>
            <a:endParaRPr lang="en-US"/>
          </a:p>
        </p:txBody>
      </p:sp>
    </p:spTree>
    <p:extLst>
      <p:ext uri="{BB962C8B-B14F-4D97-AF65-F5344CB8AC3E}">
        <p14:creationId xmlns:p14="http://schemas.microsoft.com/office/powerpoint/2010/main" val="2204248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b="1" dirty="0"/>
                  <a:t>🔹 </a:t>
                </a:r>
                <a:r>
                  <a:rPr lang="vi-VN" b="1" dirty="0"/>
                  <a:t>What do we need?</a:t>
                </a:r>
              </a:p>
              <a:p>
                <a:r>
                  <a:rPr lang="vi-VN" dirty="0"/>
                  <a:t>Ta cần chọn </a:t>
                </a:r>
                <a:r>
                  <a:rPr lang="vi-VN" b="1" dirty="0"/>
                  <a:t>một tập cạnh</a:t>
                </a:r>
                <a:r>
                  <a:rPr lang="vi-VN" dirty="0"/>
                  <a:t>, không phải tất cả các cạnh.</a:t>
                </a:r>
              </a:p>
              <a:p>
                <a:r>
                  <a:rPr lang="vi-VN" dirty="0"/>
                  <a:t>Tập cạnh đó phải thỏa mãn 3 điều:</a:t>
                </a:r>
              </a:p>
              <a:p>
                <a:r>
                  <a:rPr lang="vi-VN" b="1" dirty="0"/>
                  <a:t>Every vertex touches at least one edge</a:t>
                </a:r>
                <a:endParaRPr lang="vi-VN" dirty="0"/>
              </a:p>
              <a:p>
                <a:pPr lvl="1"/>
                <a:r>
                  <a:rPr lang="vi-VN" dirty="0"/>
                  <a:t>Nghĩa là:</a:t>
                </a:r>
                <a:br>
                  <a:rPr lang="vi-VN" dirty="0"/>
                </a:br>
                <a:r>
                  <a:rPr lang="en-US" dirty="0"/>
                  <a:t>👉 </a:t>
                </a:r>
                <a:r>
                  <a:rPr lang="vi-VN" dirty="0"/>
                  <a:t>Không bỏ sót đỉnh nào</a:t>
                </a:r>
                <a:br>
                  <a:rPr lang="vi-VN" dirty="0"/>
                </a:br>
                <a:r>
                  <a:rPr lang="en-US" dirty="0"/>
                  <a:t>👉 </a:t>
                </a:r>
                <a:r>
                  <a:rPr lang="vi-VN" dirty="0"/>
                  <a:t>Các cạnh </a:t>
                </a:r>
                <a:r>
                  <a:rPr lang="vi-VN" b="1" dirty="0"/>
                  <a:t>span</a:t>
                </a:r>
                <a:r>
                  <a:rPr lang="vi-VN" dirty="0"/>
                  <a:t> toàn bộ đồ thị</a:t>
                </a:r>
              </a:p>
              <a:p>
                <a:r>
                  <a:rPr lang="vi-VN" b="1" dirty="0"/>
                  <a:t>The graph is connected</a:t>
                </a:r>
                <a:endParaRPr lang="vi-VN" dirty="0"/>
              </a:p>
              <a:p>
                <a:pPr lvl="1"/>
                <a:r>
                  <a:rPr lang="vi-VN" dirty="0"/>
                  <a:t>Từ bất kỳ đỉnh nào cũng đi được tới đỉnh khác</a:t>
                </a:r>
              </a:p>
              <a:p>
                <a:pPr lvl="1"/>
                <a:r>
                  <a:rPr lang="vi-VN" dirty="0"/>
                  <a:t>Không có thành phần rời rạc</a:t>
                </a:r>
              </a:p>
              <a:p>
                <a:r>
                  <a:rPr lang="vi-VN" b="1" dirty="0"/>
                  <a:t>Minimum total weight</a:t>
                </a:r>
                <a:endParaRPr lang="vi-VN" dirty="0"/>
              </a:p>
              <a:p>
                <a:pPr lvl="1"/>
                <a:r>
                  <a:rPr lang="vi-VN" dirty="0"/>
                  <a:t>Trong tất cả các cách thỏa mãn 2 điều trên</a:t>
                </a:r>
                <a:br>
                  <a:rPr lang="vi-VN" dirty="0"/>
                </a:br>
                <a:r>
                  <a:rPr lang="en-US" dirty="0"/>
                  <a:t>👉 </a:t>
                </a:r>
                <a:r>
                  <a:rPr lang="vi-VN" dirty="0"/>
                  <a:t>Chọn cách </a:t>
                </a:r>
                <a:r>
                  <a:rPr lang="vi-VN" b="1" dirty="0"/>
                  <a:t>rẻ nhất</a:t>
                </a:r>
                <a:endParaRPr lang="vi-VN" dirty="0"/>
              </a:p>
              <a:p>
                <a:br>
                  <a:rPr lang="vi-VN" dirty="0"/>
                </a:br>
                <a:endParaRPr lang="vi-VN" dirty="0"/>
              </a:p>
              <a:p>
                <a:r>
                  <a:rPr lang="en-US" b="1" dirty="0"/>
                  <a:t>🌳 </a:t>
                </a:r>
                <a:r>
                  <a:rPr lang="vi-VN" b="1" dirty="0"/>
                  <a:t>Our goal is a tree</a:t>
                </a:r>
              </a:p>
              <a:p>
                <a:r>
                  <a:rPr lang="vi-VN" i="1" dirty="0"/>
                  <a:t>“Vì sao lại là tree?”</a:t>
                </a:r>
                <a:endParaRPr lang="vi-VN" dirty="0"/>
              </a:p>
              <a:p>
                <a:r>
                  <a:rPr lang="vi-VN" dirty="0"/>
                  <a:t>Ta đã chứng minh:</a:t>
                </a:r>
              </a:p>
              <a:p>
                <a:pPr lvl="1"/>
                <a:r>
                  <a:rPr lang="vi-VN" dirty="0"/>
                  <a:t>Không cần cycle</a:t>
                </a:r>
              </a:p>
              <a:p>
                <a:pPr lvl="1"/>
                <a:r>
                  <a:rPr lang="vi-VN" dirty="0"/>
                  <a:t>Cycle chỉ làm tăng chi phí</a:t>
                </a:r>
              </a:p>
              <a:p>
                <a:r>
                  <a:rPr lang="en-US" dirty="0"/>
                  <a:t>👉 </a:t>
                </a:r>
                <a:r>
                  <a:rPr lang="vi-VN" dirty="0"/>
                  <a:t>Do đó:</a:t>
                </a:r>
              </a:p>
              <a:p>
                <a:r>
                  <a:rPr lang="vi-VN" dirty="0"/>
                  <a:t>Kết quả </a:t>
                </a:r>
                <a:r>
                  <a:rPr lang="vi-VN" b="1" dirty="0"/>
                  <a:t>luôn là một tree</a:t>
                </a:r>
                <a:endParaRPr lang="vi-VN" dirty="0"/>
              </a:p>
              <a:p>
                <a:r>
                  <a:rPr lang="vi-VN" dirty="0"/>
                  <a:t>Chính xác hơn là </a:t>
                </a:r>
                <a:r>
                  <a:rPr lang="vi-VN" b="1" dirty="0"/>
                  <a:t>spanning tree</a:t>
                </a:r>
                <a:endParaRPr lang="vi-VN" dirty="0"/>
              </a:p>
              <a:p>
                <a:r>
                  <a:rPr lang="vi-VN" dirty="0"/>
                  <a:t>Và vì nó nhẹ nhất → </a:t>
                </a:r>
                <a:r>
                  <a:rPr lang="vi-VN" b="1" dirty="0"/>
                  <a:t>minimum spanning tree</a:t>
                </a:r>
                <a:endParaRPr lang="vi-VN" dirty="0"/>
              </a:p>
              <a:p>
                <a:br>
                  <a:rPr lang="vi-VN" dirty="0"/>
                </a:br>
                <a:endParaRPr lang="vi-VN" dirty="0"/>
              </a:p>
              <a:p>
                <a:r>
                  <a:rPr lang="en-US" b="1" dirty="0"/>
                  <a:t>📌 </a:t>
                </a:r>
                <a:r>
                  <a:rPr lang="vi-VN" b="1" dirty="0"/>
                  <a:t>Phát biểu chuẩn của bài toán</a:t>
                </a:r>
              </a:p>
              <a:p>
                <a:r>
                  <a:rPr lang="vi-VN" b="1" dirty="0"/>
                  <a:t>Minimum Spanning Tree Problem</a:t>
                </a:r>
                <a:endParaRPr lang="vi-VN" dirty="0"/>
              </a:p>
              <a:p>
                <a:r>
                  <a:rPr lang="vi-VN" b="1" dirty="0"/>
                  <a:t>Input</a:t>
                </a:r>
                <a:r>
                  <a:rPr lang="vi-VN" dirty="0"/>
                  <a:t>:</a:t>
                </a:r>
              </a:p>
              <a:p>
                <a:pPr lvl="1"/>
                <a:r>
                  <a:rPr lang="vi-VN" dirty="0"/>
                  <a:t>Đồ thị vô hướng, có trọng số </a:t>
                </a:r>
                <a14:m>
                  <m:oMath xmlns:m="http://schemas.openxmlformats.org/officeDocument/2006/math">
                    <m:r>
                      <a:rPr lang="vi-VN" sz="1200" i="1" kern="1200">
                        <a:solidFill>
                          <a:schemeClr val="tx1"/>
                        </a:solidFill>
                        <a:latin typeface="+mn-lt"/>
                        <a:ea typeface="+mn-ea"/>
                        <a:cs typeface="+mn-cs"/>
                      </a:rPr>
                      <m:t>𝐺</m:t>
                    </m:r>
                  </m:oMath>
                </a14:m>
                <a:endParaRPr lang="vi-VN" dirty="0"/>
              </a:p>
              <a:p>
                <a:r>
                  <a:rPr lang="vi-VN" b="1" dirty="0"/>
                  <a:t>Output</a:t>
                </a:r>
                <a:r>
                  <a:rPr lang="vi-VN" dirty="0"/>
                  <a:t>:</a:t>
                </a:r>
              </a:p>
              <a:p>
                <a:pPr lvl="1"/>
                <a:r>
                  <a:rPr lang="vi-VN" dirty="0"/>
                  <a:t>Một tập cạnh sao cho:</a:t>
                </a:r>
              </a:p>
              <a:p>
                <a:pPr lvl="2"/>
                <a:r>
                  <a:rPr lang="vi-VN" dirty="0"/>
                  <a:t>Từ bất kỳ đỉnh nào cũng đi được tới đỉnh khác</a:t>
                </a:r>
              </a:p>
              <a:p>
                <a:pPr lvl="2"/>
                <a:r>
                  <a:rPr lang="vi-VN" dirty="0"/>
                  <a:t>Tổng trọng số nhỏ nhất</a:t>
                </a:r>
              </a:p>
              <a:p>
                <a:r>
                  <a:rPr lang="en-US" dirty="0"/>
                  <a:t>👉 </a:t>
                </a:r>
                <a:r>
                  <a:rPr lang="vi-VN" dirty="0"/>
                  <a:t>Đây là </a:t>
                </a:r>
                <a:r>
                  <a:rPr lang="vi-VN" b="1" dirty="0"/>
                  <a:t>định nghĩa chính thức</a:t>
                </a:r>
                <a:r>
                  <a:rPr lang="vi-VN" dirty="0"/>
                  <a:t>, các thuật toán chỉ là cách giải.</a:t>
                </a:r>
              </a:p>
              <a:p>
                <a:br>
                  <a:rPr lang="vi-VN" dirty="0"/>
                </a:br>
                <a:endParaRPr lang="vi-VN" dirty="0"/>
              </a:p>
              <a:p>
                <a:r>
                  <a:rPr lang="en-US" b="1" dirty="0"/>
                  <a:t>🔀 </a:t>
                </a:r>
                <a:r>
                  <a:rPr lang="vi-VN" b="1" dirty="0"/>
                  <a:t>Chuyển sang thuật toán</a:t>
                </a:r>
              </a:p>
              <a:p>
                <a:r>
                  <a:rPr lang="vi-VN" i="1" dirty="0"/>
                  <a:t>“Có nhiều cách để giải bài toán này.”</a:t>
                </a:r>
                <a:endParaRPr lang="vi-VN" dirty="0"/>
              </a:p>
              <a:p>
                <a:r>
                  <a:rPr lang="vi-VN" dirty="0"/>
                  <a:t>Trong môn học này, ta sẽ học </a:t>
                </a:r>
                <a:r>
                  <a:rPr lang="vi-VN" b="1" dirty="0"/>
                  <a:t>hai thuật toán kinh điển</a:t>
                </a:r>
                <a:r>
                  <a:rPr lang="vi-VN" dirty="0"/>
                  <a:t>:</a:t>
                </a:r>
              </a:p>
              <a:p>
                <a:r>
                  <a:rPr lang="vi-VN" b="1" dirty="0"/>
                  <a:t>Prim</a:t>
                </a:r>
                <a:endParaRPr lang="vi-VN" dirty="0"/>
              </a:p>
              <a:p>
                <a:r>
                  <a:rPr lang="vi-VN" b="1" dirty="0"/>
                  <a:t>Kruskal</a:t>
                </a:r>
                <a:endParaRPr lang="vi-VN" dirty="0"/>
              </a:p>
              <a:p>
                <a:r>
                  <a:rPr lang="en-US" dirty="0"/>
                  <a:t>📌 </a:t>
                </a:r>
                <a:r>
                  <a:rPr lang="vi-VN" dirty="0"/>
                  <a:t>Cả hai đều:</a:t>
                </a:r>
              </a:p>
              <a:p>
                <a:r>
                  <a:rPr lang="vi-VN" dirty="0"/>
                  <a:t>Dựa trên tính chất của tree</a:t>
                </a:r>
              </a:p>
              <a:p>
                <a:r>
                  <a:rPr lang="vi-VN" dirty="0"/>
                  <a:t>Tránh chu trình</a:t>
                </a:r>
              </a:p>
              <a:p>
                <a:r>
                  <a:rPr lang="vi-VN" dirty="0"/>
                  <a:t>Đảm bảo kết quả là MST</a:t>
                </a:r>
              </a:p>
              <a:p>
                <a:endParaRPr lang="en-US" dirty="0"/>
              </a:p>
            </p:txBody>
          </p:sp>
        </mc:Choice>
        <mc:Fallback>
          <p:sp>
            <p:nvSpPr>
              <p:cNvPr id="3" name="Notes Placeholder 2"/>
              <p:cNvSpPr>
                <a:spLocks noGrp="1"/>
              </p:cNvSpPr>
              <p:nvPr>
                <p:ph type="body" idx="1"/>
              </p:nvPr>
            </p:nvSpPr>
            <p:spPr/>
            <p:txBody>
              <a:bodyPr/>
              <a:lstStyle/>
              <a:p>
                <a:r>
                  <a:rPr lang="en-US" b="1" dirty="0"/>
                  <a:t>🔹 </a:t>
                </a:r>
                <a:r>
                  <a:rPr lang="vi-VN" b="1" dirty="0"/>
                  <a:t>What do we need?</a:t>
                </a:r>
              </a:p>
              <a:p>
                <a:r>
                  <a:rPr lang="vi-VN" dirty="0"/>
                  <a:t>Ta cần chọn </a:t>
                </a:r>
                <a:r>
                  <a:rPr lang="vi-VN" b="1" dirty="0"/>
                  <a:t>một tập cạnh</a:t>
                </a:r>
                <a:r>
                  <a:rPr lang="vi-VN" dirty="0"/>
                  <a:t>, không phải tất cả các cạnh.</a:t>
                </a:r>
              </a:p>
              <a:p>
                <a:r>
                  <a:rPr lang="vi-VN" dirty="0"/>
                  <a:t>Tập cạnh đó phải thỏa mãn 3 điều:</a:t>
                </a:r>
              </a:p>
              <a:p>
                <a:r>
                  <a:rPr lang="vi-VN" b="1" dirty="0"/>
                  <a:t>Every vertex touches at least one edge</a:t>
                </a:r>
                <a:endParaRPr lang="vi-VN" dirty="0"/>
              </a:p>
              <a:p>
                <a:pPr lvl="1"/>
                <a:r>
                  <a:rPr lang="vi-VN" dirty="0"/>
                  <a:t>Nghĩa là:</a:t>
                </a:r>
                <a:br>
                  <a:rPr lang="vi-VN" dirty="0"/>
                </a:br>
                <a:r>
                  <a:rPr lang="en-US" dirty="0"/>
                  <a:t>👉 </a:t>
                </a:r>
                <a:r>
                  <a:rPr lang="vi-VN" dirty="0"/>
                  <a:t>Không bỏ sót đỉnh nào</a:t>
                </a:r>
                <a:br>
                  <a:rPr lang="vi-VN" dirty="0"/>
                </a:br>
                <a:r>
                  <a:rPr lang="en-US" dirty="0"/>
                  <a:t>👉 </a:t>
                </a:r>
                <a:r>
                  <a:rPr lang="vi-VN" dirty="0"/>
                  <a:t>Các cạnh </a:t>
                </a:r>
                <a:r>
                  <a:rPr lang="vi-VN" b="1" dirty="0"/>
                  <a:t>span</a:t>
                </a:r>
                <a:r>
                  <a:rPr lang="vi-VN" dirty="0"/>
                  <a:t> toàn bộ đồ thị</a:t>
                </a:r>
              </a:p>
              <a:p>
                <a:r>
                  <a:rPr lang="vi-VN" b="1" dirty="0"/>
                  <a:t>The graph is connected</a:t>
                </a:r>
                <a:endParaRPr lang="vi-VN" dirty="0"/>
              </a:p>
              <a:p>
                <a:pPr lvl="1"/>
                <a:r>
                  <a:rPr lang="vi-VN" dirty="0"/>
                  <a:t>Từ bất kỳ đỉnh nào cũng đi được tới đỉnh khác</a:t>
                </a:r>
              </a:p>
              <a:p>
                <a:pPr lvl="1"/>
                <a:r>
                  <a:rPr lang="vi-VN" dirty="0"/>
                  <a:t>Không có thành phần rời rạc</a:t>
                </a:r>
              </a:p>
              <a:p>
                <a:r>
                  <a:rPr lang="vi-VN" b="1" dirty="0"/>
                  <a:t>Minimum total weight</a:t>
                </a:r>
                <a:endParaRPr lang="vi-VN" dirty="0"/>
              </a:p>
              <a:p>
                <a:pPr lvl="1"/>
                <a:r>
                  <a:rPr lang="vi-VN" dirty="0"/>
                  <a:t>Trong tất cả các cách thỏa mãn 2 điều trên</a:t>
                </a:r>
                <a:br>
                  <a:rPr lang="vi-VN" dirty="0"/>
                </a:br>
                <a:r>
                  <a:rPr lang="en-US" dirty="0"/>
                  <a:t>👉 </a:t>
                </a:r>
                <a:r>
                  <a:rPr lang="vi-VN" dirty="0"/>
                  <a:t>Chọn cách </a:t>
                </a:r>
                <a:r>
                  <a:rPr lang="vi-VN" b="1" dirty="0"/>
                  <a:t>rẻ nhất</a:t>
                </a:r>
                <a:endParaRPr lang="vi-VN" dirty="0"/>
              </a:p>
              <a:p>
                <a:br>
                  <a:rPr lang="vi-VN" dirty="0"/>
                </a:br>
                <a:endParaRPr lang="vi-VN" dirty="0"/>
              </a:p>
              <a:p>
                <a:r>
                  <a:rPr lang="en-US" b="1" dirty="0"/>
                  <a:t>🌳 </a:t>
                </a:r>
                <a:r>
                  <a:rPr lang="vi-VN" b="1" dirty="0"/>
                  <a:t>Our goal is a tree</a:t>
                </a:r>
              </a:p>
              <a:p>
                <a:r>
                  <a:rPr lang="vi-VN" i="1" dirty="0"/>
                  <a:t>“Vì sao lại là tree?”</a:t>
                </a:r>
                <a:endParaRPr lang="vi-VN" dirty="0"/>
              </a:p>
              <a:p>
                <a:r>
                  <a:rPr lang="vi-VN" dirty="0"/>
                  <a:t>Ta đã chứng minh:</a:t>
                </a:r>
              </a:p>
              <a:p>
                <a:pPr lvl="1"/>
                <a:r>
                  <a:rPr lang="vi-VN" dirty="0"/>
                  <a:t>Không cần cycle</a:t>
                </a:r>
              </a:p>
              <a:p>
                <a:pPr lvl="1"/>
                <a:r>
                  <a:rPr lang="vi-VN" dirty="0"/>
                  <a:t>Cycle chỉ làm tăng chi phí</a:t>
                </a:r>
              </a:p>
              <a:p>
                <a:r>
                  <a:rPr lang="en-US" dirty="0"/>
                  <a:t>👉 </a:t>
                </a:r>
                <a:r>
                  <a:rPr lang="vi-VN" dirty="0"/>
                  <a:t>Do đó:</a:t>
                </a:r>
              </a:p>
              <a:p>
                <a:r>
                  <a:rPr lang="vi-VN" dirty="0"/>
                  <a:t>Kết quả </a:t>
                </a:r>
                <a:r>
                  <a:rPr lang="vi-VN" b="1" dirty="0"/>
                  <a:t>luôn là một tree</a:t>
                </a:r>
                <a:endParaRPr lang="vi-VN" dirty="0"/>
              </a:p>
              <a:p>
                <a:r>
                  <a:rPr lang="vi-VN" dirty="0"/>
                  <a:t>Chính xác hơn là </a:t>
                </a:r>
                <a:r>
                  <a:rPr lang="vi-VN" b="1" dirty="0"/>
                  <a:t>spanning tree</a:t>
                </a:r>
                <a:endParaRPr lang="vi-VN" dirty="0"/>
              </a:p>
              <a:p>
                <a:r>
                  <a:rPr lang="vi-VN" dirty="0"/>
                  <a:t>Và vì nó nhẹ nhất → </a:t>
                </a:r>
                <a:r>
                  <a:rPr lang="vi-VN" b="1" dirty="0"/>
                  <a:t>minimum spanning tree</a:t>
                </a:r>
                <a:endParaRPr lang="vi-VN" dirty="0"/>
              </a:p>
              <a:p>
                <a:br>
                  <a:rPr lang="vi-VN" dirty="0"/>
                </a:br>
                <a:endParaRPr lang="vi-VN" dirty="0"/>
              </a:p>
              <a:p>
                <a:r>
                  <a:rPr lang="en-US" b="1" dirty="0"/>
                  <a:t>📌 </a:t>
                </a:r>
                <a:r>
                  <a:rPr lang="vi-VN" b="1" dirty="0"/>
                  <a:t>Phát biểu chuẩn của bài toán</a:t>
                </a:r>
              </a:p>
              <a:p>
                <a:r>
                  <a:rPr lang="vi-VN" b="1" dirty="0"/>
                  <a:t>Minimum Spanning Tree Problem</a:t>
                </a:r>
                <a:endParaRPr lang="vi-VN" dirty="0"/>
              </a:p>
              <a:p>
                <a:r>
                  <a:rPr lang="vi-VN" b="1" dirty="0"/>
                  <a:t>Input</a:t>
                </a:r>
                <a:r>
                  <a:rPr lang="vi-VN" dirty="0"/>
                  <a:t>:</a:t>
                </a:r>
              </a:p>
              <a:p>
                <a:pPr lvl="1"/>
                <a:r>
                  <a:rPr lang="vi-VN" dirty="0"/>
                  <a:t>Đồ thị vô hướng, có trọng số </a:t>
                </a:r>
                <a:r>
                  <a:rPr lang="vi-VN" sz="1200" i="0" kern="1200">
                    <a:solidFill>
                      <a:schemeClr val="tx1"/>
                    </a:solidFill>
                    <a:latin typeface="+mn-lt"/>
                    <a:ea typeface="+mn-ea"/>
                    <a:cs typeface="+mn-cs"/>
                  </a:rPr>
                  <a:t>𝐺</a:t>
                </a:r>
                <a:endParaRPr lang="vi-VN" dirty="0"/>
              </a:p>
              <a:p>
                <a:r>
                  <a:rPr lang="vi-VN" b="1" dirty="0"/>
                  <a:t>Output</a:t>
                </a:r>
                <a:r>
                  <a:rPr lang="vi-VN" dirty="0"/>
                  <a:t>:</a:t>
                </a:r>
              </a:p>
              <a:p>
                <a:pPr lvl="1"/>
                <a:r>
                  <a:rPr lang="vi-VN" dirty="0"/>
                  <a:t>Một tập cạnh sao cho:</a:t>
                </a:r>
              </a:p>
              <a:p>
                <a:pPr lvl="2"/>
                <a:r>
                  <a:rPr lang="vi-VN" dirty="0"/>
                  <a:t>Từ bất kỳ đỉnh nào cũng đi được tới đỉnh khác</a:t>
                </a:r>
              </a:p>
              <a:p>
                <a:pPr lvl="2"/>
                <a:r>
                  <a:rPr lang="vi-VN" dirty="0"/>
                  <a:t>Tổng trọng số nhỏ nhất</a:t>
                </a:r>
              </a:p>
              <a:p>
                <a:r>
                  <a:rPr lang="en-US" dirty="0"/>
                  <a:t>👉 </a:t>
                </a:r>
                <a:r>
                  <a:rPr lang="vi-VN" dirty="0"/>
                  <a:t>Đây là </a:t>
                </a:r>
                <a:r>
                  <a:rPr lang="vi-VN" b="1" dirty="0"/>
                  <a:t>định nghĩa chính thức</a:t>
                </a:r>
                <a:r>
                  <a:rPr lang="vi-VN" dirty="0"/>
                  <a:t>, các thuật toán chỉ là cách giải.</a:t>
                </a:r>
              </a:p>
              <a:p>
                <a:br>
                  <a:rPr lang="vi-VN" dirty="0"/>
                </a:br>
                <a:endParaRPr lang="vi-VN" dirty="0"/>
              </a:p>
              <a:p>
                <a:r>
                  <a:rPr lang="en-US" b="1" dirty="0"/>
                  <a:t>🔀 </a:t>
                </a:r>
                <a:r>
                  <a:rPr lang="vi-VN" b="1" dirty="0"/>
                  <a:t>Chuyển sang thuật toán</a:t>
                </a:r>
              </a:p>
              <a:p>
                <a:r>
                  <a:rPr lang="vi-VN" i="1" dirty="0"/>
                  <a:t>“Có nhiều cách để giải bài toán này.”</a:t>
                </a:r>
                <a:endParaRPr lang="vi-VN" dirty="0"/>
              </a:p>
              <a:p>
                <a:r>
                  <a:rPr lang="vi-VN" dirty="0"/>
                  <a:t>Trong môn học này, ta sẽ học </a:t>
                </a:r>
                <a:r>
                  <a:rPr lang="vi-VN" b="1" dirty="0"/>
                  <a:t>hai thuật toán kinh điển</a:t>
                </a:r>
                <a:r>
                  <a:rPr lang="vi-VN" dirty="0"/>
                  <a:t>:</a:t>
                </a:r>
              </a:p>
              <a:p>
                <a:r>
                  <a:rPr lang="vi-VN" b="1" dirty="0"/>
                  <a:t>Prim</a:t>
                </a:r>
                <a:endParaRPr lang="vi-VN" dirty="0"/>
              </a:p>
              <a:p>
                <a:r>
                  <a:rPr lang="vi-VN" b="1" dirty="0"/>
                  <a:t>Kruskal</a:t>
                </a:r>
                <a:endParaRPr lang="vi-VN" dirty="0"/>
              </a:p>
              <a:p>
                <a:r>
                  <a:rPr lang="en-US" dirty="0"/>
                  <a:t>📌 </a:t>
                </a:r>
                <a:r>
                  <a:rPr lang="vi-VN" dirty="0"/>
                  <a:t>Cả hai đều:</a:t>
                </a:r>
              </a:p>
              <a:p>
                <a:r>
                  <a:rPr lang="vi-VN" dirty="0"/>
                  <a:t>Dựa trên tính chất của tree</a:t>
                </a:r>
              </a:p>
              <a:p>
                <a:r>
                  <a:rPr lang="vi-VN" dirty="0"/>
                  <a:t>Tránh chu trình</a:t>
                </a:r>
              </a:p>
              <a:p>
                <a:r>
                  <a:rPr lang="vi-VN" dirty="0"/>
                  <a:t>Đảm bảo kết quả là MST</a:t>
                </a:r>
              </a:p>
              <a:p>
                <a:endParaRPr lang="en-US" dirty="0"/>
              </a:p>
            </p:txBody>
          </p:sp>
        </mc:Fallback>
      </mc:AlternateContent>
      <p:sp>
        <p:nvSpPr>
          <p:cNvPr id="4" name="Slide Number Placeholder 3"/>
          <p:cNvSpPr>
            <a:spLocks noGrp="1"/>
          </p:cNvSpPr>
          <p:nvPr>
            <p:ph type="sldNum" sz="quarter" idx="5"/>
          </p:nvPr>
        </p:nvSpPr>
        <p:spPr/>
        <p:txBody>
          <a:bodyPr/>
          <a:lstStyle/>
          <a:p>
            <a:fld id="{93B336D0-BB87-4158-9DDA-BA914A234D18}" type="slidenum">
              <a:rPr lang="en-US" smtClean="0"/>
              <a:t>6</a:t>
            </a:fld>
            <a:endParaRPr lang="en-US"/>
          </a:p>
        </p:txBody>
      </p:sp>
    </p:spTree>
    <p:extLst>
      <p:ext uri="{BB962C8B-B14F-4D97-AF65-F5344CB8AC3E}">
        <p14:creationId xmlns:p14="http://schemas.microsoft.com/office/powerpoint/2010/main" val="3909957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a:t>
            </a:r>
            <a:r>
              <a:rPr lang="vi-VN" b="1" dirty="0"/>
              <a:t>Kịch bản giảng</a:t>
            </a:r>
          </a:p>
          <a:p>
            <a:r>
              <a:rPr lang="vi-VN" i="1" dirty="0"/>
              <a:t>“Bây giờ chúng ta đến với thuật toán đầu tiên để giải bài toán MST: Prim.”</a:t>
            </a:r>
            <a:endParaRPr lang="vi-VN" dirty="0"/>
          </a:p>
          <a:p>
            <a:br>
              <a:rPr lang="vi-VN" dirty="0"/>
            </a:br>
            <a:endParaRPr lang="vi-VN" dirty="0"/>
          </a:p>
          <a:p>
            <a:r>
              <a:rPr lang="en-US" b="1" dirty="0"/>
              <a:t>🔹 </a:t>
            </a:r>
            <a:r>
              <a:rPr lang="vi-VN" b="1" dirty="0"/>
              <a:t>Ý tưởng tổng quát</a:t>
            </a:r>
          </a:p>
          <a:p>
            <a:r>
              <a:rPr lang="vi-VN" dirty="0"/>
              <a:t>Prim hoạt động rất đơn giản:</a:t>
            </a:r>
          </a:p>
          <a:p>
            <a:r>
              <a:rPr lang="vi-VN" dirty="0"/>
              <a:t>Bắt đầu từ </a:t>
            </a:r>
            <a:r>
              <a:rPr lang="vi-VN" b="1" dirty="0"/>
              <a:t>một đỉnh bất kỳ</a:t>
            </a:r>
            <a:endParaRPr lang="vi-VN" dirty="0"/>
          </a:p>
          <a:p>
            <a:r>
              <a:rPr lang="vi-VN" dirty="0"/>
              <a:t>Mỗi bước:</a:t>
            </a:r>
          </a:p>
          <a:p>
            <a:pPr lvl="1"/>
            <a:r>
              <a:rPr lang="vi-VN" dirty="0"/>
              <a:t>Mở rộng cây thêm </a:t>
            </a:r>
            <a:r>
              <a:rPr lang="vi-VN" b="1" dirty="0"/>
              <a:t>một đỉnh mới</a:t>
            </a:r>
            <a:endParaRPr lang="vi-VN" dirty="0"/>
          </a:p>
          <a:p>
            <a:pPr lvl="1"/>
            <a:r>
              <a:rPr lang="vi-VN" dirty="0"/>
              <a:t>Bằng cách chọn </a:t>
            </a:r>
            <a:r>
              <a:rPr lang="vi-VN" b="1" dirty="0"/>
              <a:t>cạnh nhẹ nhất có thể</a:t>
            </a:r>
            <a:endParaRPr lang="vi-VN" dirty="0"/>
          </a:p>
          <a:p>
            <a:br>
              <a:rPr lang="vi-VN" dirty="0"/>
            </a:br>
            <a:endParaRPr lang="vi-VN" dirty="0"/>
          </a:p>
          <a:p>
            <a:r>
              <a:rPr lang="en-US" b="1" dirty="0"/>
              <a:t>🌱 </a:t>
            </a:r>
            <a:r>
              <a:rPr lang="vi-VN" b="1" dirty="0"/>
              <a:t>Tư duy ‘grow a tree’</a:t>
            </a:r>
          </a:p>
          <a:p>
            <a:r>
              <a:rPr lang="vi-VN" i="1" dirty="0"/>
              <a:t>“Hãy tưởng tượng cây MST đang lớn dần.”</a:t>
            </a:r>
            <a:endParaRPr lang="vi-VN" dirty="0"/>
          </a:p>
          <a:p>
            <a:r>
              <a:rPr lang="vi-VN" dirty="0"/>
              <a:t>Ban đầu: chỉ có </a:t>
            </a:r>
            <a:r>
              <a:rPr lang="vi-VN" b="1" dirty="0"/>
              <a:t>1 đỉnh</a:t>
            </a:r>
            <a:endParaRPr lang="vi-VN" dirty="0"/>
          </a:p>
          <a:p>
            <a:r>
              <a:rPr lang="vi-VN" dirty="0"/>
              <a:t>Sau mỗi bước:</a:t>
            </a:r>
          </a:p>
          <a:p>
            <a:pPr lvl="1"/>
            <a:r>
              <a:rPr lang="vi-VN" dirty="0"/>
              <a:t>Cây lớn hơn</a:t>
            </a:r>
          </a:p>
          <a:p>
            <a:pPr lvl="1"/>
            <a:r>
              <a:rPr lang="vi-VN" dirty="0"/>
              <a:t>Số đỉnh tăng lên 1</a:t>
            </a:r>
          </a:p>
          <a:p>
            <a:r>
              <a:rPr lang="vi-VN" dirty="0"/>
              <a:t>Kết thúc:</a:t>
            </a:r>
          </a:p>
          <a:p>
            <a:pPr lvl="1"/>
            <a:r>
              <a:rPr lang="vi-VN" dirty="0"/>
              <a:t>Khi đã chứa </a:t>
            </a:r>
            <a:r>
              <a:rPr lang="vi-VN" b="1" dirty="0"/>
              <a:t>tất cả các đỉnh</a:t>
            </a:r>
            <a:endParaRPr lang="vi-VN" dirty="0"/>
          </a:p>
          <a:p>
            <a:r>
              <a:rPr lang="en-US" dirty="0"/>
              <a:t>👉 </a:t>
            </a:r>
            <a:r>
              <a:rPr lang="vi-VN" dirty="0"/>
              <a:t>Đây là thuật toán </a:t>
            </a:r>
            <a:r>
              <a:rPr lang="vi-VN" b="1" dirty="0"/>
              <a:t>xây dựng dần</a:t>
            </a:r>
            <a:r>
              <a:rPr lang="vi-VN" dirty="0"/>
              <a:t> (incremental).</a:t>
            </a:r>
          </a:p>
          <a:p>
            <a:br>
              <a:rPr lang="vi-VN" dirty="0"/>
            </a:br>
            <a:endParaRPr lang="vi-VN" dirty="0"/>
          </a:p>
          <a:p>
            <a:r>
              <a:rPr lang="vi-VN" b="1" dirty="0"/>
              <a:t>⚖️ Hai điều kiện khi chọn cạnh</a:t>
            </a:r>
          </a:p>
          <a:p>
            <a:r>
              <a:rPr lang="vi-VN" dirty="0"/>
              <a:t>Mỗi cạnh được thêm vào phải:</a:t>
            </a:r>
          </a:p>
          <a:p>
            <a:r>
              <a:rPr lang="vi-VN" b="1" dirty="0"/>
              <a:t>Kết nối được một đỉnh mới</a:t>
            </a:r>
            <a:endParaRPr lang="vi-VN" dirty="0"/>
          </a:p>
          <a:p>
            <a:pPr lvl="1"/>
            <a:r>
              <a:rPr lang="vi-VN" dirty="0"/>
              <a:t>Tránh tạo chu trình</a:t>
            </a:r>
          </a:p>
          <a:p>
            <a:r>
              <a:rPr lang="vi-VN" b="1" dirty="0"/>
              <a:t>Nhẹ nhất có thể</a:t>
            </a:r>
            <a:endParaRPr lang="vi-VN" dirty="0"/>
          </a:p>
          <a:p>
            <a:pPr lvl="1"/>
            <a:r>
              <a:rPr lang="vi-VN" dirty="0"/>
              <a:t>Đảm bảo tổng chi phí nhỏ</a:t>
            </a:r>
          </a:p>
          <a:p>
            <a:br>
              <a:rPr lang="vi-VN" dirty="0"/>
            </a:br>
            <a:endParaRPr lang="vi-VN" dirty="0"/>
          </a:p>
          <a:p>
            <a:r>
              <a:rPr lang="en-US" b="1" dirty="0"/>
              <a:t>🧠 </a:t>
            </a:r>
            <a:r>
              <a:rPr lang="vi-VN" b="1" dirty="0"/>
              <a:t>Trực giác quan trọng</a:t>
            </a:r>
          </a:p>
          <a:p>
            <a:r>
              <a:rPr lang="vi-VN" i="1" dirty="0"/>
              <a:t>“Mỗi đỉnh chưa được nối sẽ tự hỏi:”</a:t>
            </a:r>
            <a:br>
              <a:rPr lang="vi-VN" dirty="0"/>
            </a:br>
            <a:r>
              <a:rPr lang="vi-VN" b="1" dirty="0"/>
              <a:t>‘Nếu tôi muốn nối vào cây hiện tại, cạnh rẻ nhất là cạnh nào?’</a:t>
            </a:r>
            <a:endParaRPr lang="vi-VN" dirty="0"/>
          </a:p>
          <a:p>
            <a:r>
              <a:rPr lang="vi-VN" dirty="0"/>
              <a:t>Prim:</a:t>
            </a:r>
          </a:p>
          <a:p>
            <a:r>
              <a:rPr lang="vi-VN" dirty="0"/>
              <a:t>Luôn chọn câu trả lời </a:t>
            </a:r>
            <a:r>
              <a:rPr lang="vi-VN" b="1" dirty="0"/>
              <a:t>rẻ nhất trong tất cả các đỉnh chưa nối</a:t>
            </a:r>
            <a:endParaRPr lang="vi-VN" dirty="0"/>
          </a:p>
          <a:p>
            <a:br>
              <a:rPr lang="vi-VN" dirty="0"/>
            </a:br>
            <a:endParaRPr lang="vi-VN" dirty="0"/>
          </a:p>
          <a:p>
            <a:r>
              <a:rPr lang="en-US" b="1" dirty="0"/>
              <a:t>🔗 </a:t>
            </a:r>
            <a:r>
              <a:rPr lang="vi-VN" b="1" dirty="0"/>
              <a:t>Liên hệ với cấu trúc dữ liệu</a:t>
            </a:r>
          </a:p>
          <a:p>
            <a:r>
              <a:rPr lang="vi-VN" dirty="0"/>
              <a:t>Để làm nhanh:</a:t>
            </a:r>
          </a:p>
          <a:p>
            <a:pPr lvl="1"/>
            <a:r>
              <a:rPr lang="vi-VN" dirty="0"/>
              <a:t>Ta thường dùng </a:t>
            </a:r>
            <a:r>
              <a:rPr lang="vi-VN" b="1" dirty="0"/>
              <a:t>priority queue (min-heap)</a:t>
            </a:r>
            <a:endParaRPr lang="vi-VN" dirty="0"/>
          </a:p>
          <a:p>
            <a:r>
              <a:rPr lang="vi-VN" dirty="0"/>
              <a:t>Mỗi đỉnh:</a:t>
            </a:r>
          </a:p>
          <a:p>
            <a:pPr lvl="1"/>
            <a:r>
              <a:rPr lang="vi-VN" dirty="0"/>
              <a:t>Lưu cạnh nhẹ nhất để nối vào cây</a:t>
            </a:r>
          </a:p>
          <a:p>
            <a:r>
              <a:rPr lang="en-US" dirty="0"/>
              <a:t>📌 (</a:t>
            </a:r>
            <a:r>
              <a:rPr lang="vi-VN" dirty="0"/>
              <a:t>Chi tiết này sẽ rõ khi vào code.)</a:t>
            </a:r>
          </a:p>
          <a:p>
            <a:br>
              <a:rPr lang="vi-VN" dirty="0"/>
            </a:br>
            <a:endParaRPr lang="vi-VN" dirty="0"/>
          </a:p>
          <a:p>
            <a:r>
              <a:rPr lang="en-US" b="1" dirty="0"/>
              <a:t>🧠 </a:t>
            </a:r>
            <a:r>
              <a:rPr lang="vi-VN" b="1" dirty="0"/>
              <a:t>CÂU CHỐT CHO SINH VIÊN</a:t>
            </a:r>
          </a:p>
          <a:p>
            <a:r>
              <a:rPr lang="vi-VN" dirty="0"/>
              <a:t>“Prim xây MST bằng cách mở rộng dần từ một đỉnh,</a:t>
            </a:r>
            <a:br>
              <a:rPr lang="vi-VN" dirty="0"/>
            </a:br>
            <a:r>
              <a:rPr lang="vi-VN" dirty="0"/>
              <a:t>mỗi bước chọn cạnh rẻ nhất nối ra ngoài.”</a:t>
            </a:r>
          </a:p>
          <a:p>
            <a:endParaRPr lang="en-US" dirty="0"/>
          </a:p>
        </p:txBody>
      </p:sp>
      <p:sp>
        <p:nvSpPr>
          <p:cNvPr id="4" name="Slide Number Placeholder 3"/>
          <p:cNvSpPr>
            <a:spLocks noGrp="1"/>
          </p:cNvSpPr>
          <p:nvPr>
            <p:ph type="sldNum" sz="quarter" idx="5"/>
          </p:nvPr>
        </p:nvSpPr>
        <p:spPr/>
        <p:txBody>
          <a:bodyPr/>
          <a:lstStyle/>
          <a:p>
            <a:fld id="{93B336D0-BB87-4158-9DDA-BA914A234D18}" type="slidenum">
              <a:rPr lang="en-US" smtClean="0"/>
              <a:t>8</a:t>
            </a:fld>
            <a:endParaRPr lang="en-US"/>
          </a:p>
        </p:txBody>
      </p:sp>
    </p:spTree>
    <p:extLst>
      <p:ext uri="{BB962C8B-B14F-4D97-AF65-F5344CB8AC3E}">
        <p14:creationId xmlns:p14="http://schemas.microsoft.com/office/powerpoint/2010/main" val="3868917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a:t>
            </a:r>
            <a:r>
              <a:rPr lang="vi-VN" b="1" dirty="0"/>
              <a:t>Thuật toán Prim (Giải thích chi tiết)</a:t>
            </a:r>
          </a:p>
          <a:p>
            <a:r>
              <a:rPr lang="vi-VN" b="1" dirty="0"/>
              <a:t>Mục tiêu</a:t>
            </a:r>
          </a:p>
          <a:p>
            <a:r>
              <a:rPr lang="vi-VN" dirty="0"/>
              <a:t>Xây dựng </a:t>
            </a:r>
            <a:r>
              <a:rPr lang="vi-VN" b="1" dirty="0"/>
              <a:t>Minimum Spanning Tree (MST)</a:t>
            </a:r>
            <a:r>
              <a:rPr lang="vi-VN" dirty="0"/>
              <a:t> bằng cách:</a:t>
            </a:r>
          </a:p>
          <a:p>
            <a:r>
              <a:rPr lang="vi-VN" dirty="0"/>
              <a:t>Bắt đầu từ </a:t>
            </a:r>
            <a:r>
              <a:rPr lang="vi-VN" b="1" dirty="0"/>
              <a:t>một đỉnh nguồn</a:t>
            </a:r>
            <a:endParaRPr lang="vi-VN" dirty="0"/>
          </a:p>
          <a:p>
            <a:r>
              <a:rPr lang="vi-VN" dirty="0"/>
              <a:t>Mỗi bước thêm </a:t>
            </a:r>
            <a:r>
              <a:rPr lang="vi-VN" b="1" dirty="0"/>
              <a:t>một cạnh nhẹ nhất</a:t>
            </a:r>
            <a:r>
              <a:rPr lang="vi-VN" dirty="0"/>
              <a:t> nối cây hiện tại với một đỉnh mới</a:t>
            </a:r>
          </a:p>
          <a:p>
            <a:br>
              <a:rPr lang="vi-VN" dirty="0"/>
            </a:br>
            <a:endParaRPr lang="vi-VN" dirty="0"/>
          </a:p>
          <a:p>
            <a:r>
              <a:rPr lang="vi-VN" b="1" dirty="0"/>
              <a:t>1️⃣ Khởi tạo</a:t>
            </a:r>
          </a:p>
          <a:p>
            <a:pPr rtl="0"/>
            <a:r>
              <a:rPr lang="vi-VN" sz="1200" kern="1200" dirty="0">
                <a:solidFill>
                  <a:schemeClr val="tx1"/>
                </a:solidFill>
                <a:latin typeface="+mn-lt"/>
                <a:ea typeface="+mn-ea"/>
                <a:cs typeface="+mn-cs"/>
              </a:rPr>
              <a:t>initialize distances to ∞</a:t>
            </a:r>
          </a:p>
          <a:p>
            <a:r>
              <a:rPr lang="en-US" dirty="0"/>
              <a:t>🔹 </a:t>
            </a:r>
            <a:r>
              <a:rPr lang="vi-VN" dirty="0"/>
              <a:t>Ý nghĩa:</a:t>
            </a:r>
          </a:p>
          <a:p>
            <a:r>
              <a:rPr lang="vi-VN" dirty="0"/>
              <a:t>Với mỗi đỉnh </a:t>
            </a:r>
            <a:r>
              <a:rPr lang="vi-VN" sz="1200" kern="1200" dirty="0">
                <a:solidFill>
                  <a:schemeClr val="tx1"/>
                </a:solidFill>
                <a:latin typeface="+mn-lt"/>
                <a:ea typeface="+mn-ea"/>
                <a:cs typeface="+mn-cs"/>
              </a:rPr>
              <a:t>v</a:t>
            </a:r>
            <a:r>
              <a:rPr lang="vi-VN" dirty="0"/>
              <a:t>, ta lưu:</a:t>
            </a:r>
          </a:p>
          <a:p>
            <a:pPr lvl="1"/>
            <a:r>
              <a:rPr lang="vi-VN" sz="1200" kern="1200" dirty="0">
                <a:solidFill>
                  <a:schemeClr val="tx1"/>
                </a:solidFill>
                <a:latin typeface="+mn-lt"/>
                <a:ea typeface="+mn-ea"/>
                <a:cs typeface="+mn-cs"/>
              </a:rPr>
              <a:t>v.dist</a:t>
            </a:r>
            <a:r>
              <a:rPr lang="vi-VN" dirty="0"/>
              <a:t>: chi phí nhỏ nhất hiện tại để nối </a:t>
            </a:r>
            <a:r>
              <a:rPr lang="vi-VN" sz="1200" kern="1200" dirty="0">
                <a:solidFill>
                  <a:schemeClr val="tx1"/>
                </a:solidFill>
                <a:latin typeface="+mn-lt"/>
                <a:ea typeface="+mn-ea"/>
                <a:cs typeface="+mn-cs"/>
              </a:rPr>
              <a:t>v</a:t>
            </a:r>
            <a:r>
              <a:rPr lang="vi-VN" dirty="0"/>
              <a:t> vào cây</a:t>
            </a:r>
          </a:p>
          <a:p>
            <a:r>
              <a:rPr lang="vi-VN" dirty="0"/>
              <a:t>Ban đầu </a:t>
            </a:r>
            <a:r>
              <a:rPr lang="vi-VN" b="1" dirty="0"/>
              <a:t>chưa nối được gì</a:t>
            </a:r>
            <a:r>
              <a:rPr lang="vi-VN" dirty="0"/>
              <a:t> → đặt tất cả = ∞</a:t>
            </a:r>
          </a:p>
          <a:p>
            <a:r>
              <a:rPr lang="en-US" dirty="0"/>
              <a:t>📌 </a:t>
            </a:r>
            <a:r>
              <a:rPr lang="vi-VN" dirty="0"/>
              <a:t>Trực giác:</a:t>
            </a:r>
          </a:p>
          <a:p>
            <a:r>
              <a:rPr lang="vi-VN" dirty="0"/>
              <a:t>“Hiện tại tôi chưa biết nối đỉnh này vào cây bằng cách nào rẻ cả.”</a:t>
            </a:r>
          </a:p>
          <a:p>
            <a:br>
              <a:rPr lang="vi-VN" dirty="0"/>
            </a:br>
            <a:endParaRPr lang="vi-VN" dirty="0"/>
          </a:p>
          <a:p>
            <a:pPr rtl="0"/>
            <a:r>
              <a:rPr lang="vi-VN" sz="1200" kern="1200" dirty="0">
                <a:solidFill>
                  <a:schemeClr val="tx1"/>
                </a:solidFill>
                <a:latin typeface="+mn-lt"/>
                <a:ea typeface="+mn-ea"/>
                <a:cs typeface="+mn-cs"/>
              </a:rPr>
              <a:t>mark source as distance 0</a:t>
            </a:r>
          </a:p>
          <a:p>
            <a:r>
              <a:rPr lang="en-US" dirty="0"/>
              <a:t>🔹 </a:t>
            </a:r>
            <a:r>
              <a:rPr lang="vi-VN" dirty="0"/>
              <a:t>Ý nghĩa:</a:t>
            </a:r>
          </a:p>
          <a:p>
            <a:r>
              <a:rPr lang="vi-VN" dirty="0"/>
              <a:t>Chọn </a:t>
            </a:r>
            <a:r>
              <a:rPr lang="vi-VN" b="1" dirty="0"/>
              <a:t>đỉnh bắt đầu (source)</a:t>
            </a:r>
            <a:r>
              <a:rPr lang="vi-VN" dirty="0"/>
              <a:t> tùy ý</a:t>
            </a:r>
          </a:p>
          <a:p>
            <a:r>
              <a:rPr lang="vi-VN" dirty="0"/>
              <a:t>Gán </a:t>
            </a:r>
            <a:r>
              <a:rPr lang="vi-VN" sz="1200" kern="1200" dirty="0">
                <a:solidFill>
                  <a:schemeClr val="tx1"/>
                </a:solidFill>
                <a:latin typeface="+mn-lt"/>
                <a:ea typeface="+mn-ea"/>
                <a:cs typeface="+mn-cs"/>
              </a:rPr>
              <a:t>source.dist = 0</a:t>
            </a:r>
            <a:r>
              <a:rPr lang="vi-VN" dirty="0"/>
              <a:t> để:</a:t>
            </a:r>
          </a:p>
          <a:p>
            <a:pPr lvl="1"/>
            <a:r>
              <a:rPr lang="vi-VN" dirty="0"/>
              <a:t>Nó được chọn đầu tiên</a:t>
            </a:r>
          </a:p>
          <a:p>
            <a:r>
              <a:rPr lang="en-US" dirty="0"/>
              <a:t>📌 </a:t>
            </a:r>
            <a:r>
              <a:rPr lang="vi-VN" dirty="0"/>
              <a:t>Trực giác:</a:t>
            </a:r>
          </a:p>
          <a:p>
            <a:r>
              <a:rPr lang="vi-VN" dirty="0"/>
              <a:t>“Ta bắt đầu xây cây từ đỉnh này.”</a:t>
            </a:r>
          </a:p>
          <a:p>
            <a:br>
              <a:rPr lang="vi-VN" dirty="0"/>
            </a:br>
            <a:endParaRPr lang="vi-VN" dirty="0"/>
          </a:p>
          <a:p>
            <a:pPr rtl="0"/>
            <a:r>
              <a:rPr lang="vi-VN" sz="1200" kern="1200" dirty="0">
                <a:solidFill>
                  <a:schemeClr val="tx1"/>
                </a:solidFill>
                <a:latin typeface="+mn-lt"/>
                <a:ea typeface="+mn-ea"/>
                <a:cs typeface="+mn-cs"/>
              </a:rPr>
              <a:t>mark all vertices unprocessed</a:t>
            </a:r>
          </a:p>
          <a:p>
            <a:r>
              <a:rPr lang="en-US" dirty="0"/>
              <a:t>🔹 </a:t>
            </a:r>
            <a:r>
              <a:rPr lang="vi-VN" dirty="0"/>
              <a:t>Ý nghĩa:</a:t>
            </a:r>
          </a:p>
          <a:p>
            <a:r>
              <a:rPr lang="vi-VN" dirty="0"/>
              <a:t>Mỗi đỉnh có trạng thái:</a:t>
            </a:r>
          </a:p>
          <a:p>
            <a:pPr lvl="1"/>
            <a:r>
              <a:rPr lang="vi-VN" sz="1200" kern="1200" dirty="0">
                <a:solidFill>
                  <a:schemeClr val="tx1"/>
                </a:solidFill>
                <a:latin typeface="+mn-lt"/>
                <a:ea typeface="+mn-ea"/>
                <a:cs typeface="+mn-cs"/>
              </a:rPr>
              <a:t>processed = false</a:t>
            </a:r>
            <a:r>
              <a:rPr lang="vi-VN" dirty="0"/>
              <a:t> → chưa thuộc MST</a:t>
            </a:r>
          </a:p>
          <a:p>
            <a:pPr lvl="1"/>
            <a:r>
              <a:rPr lang="vi-VN" sz="1200" kern="1200" dirty="0">
                <a:solidFill>
                  <a:schemeClr val="tx1"/>
                </a:solidFill>
                <a:latin typeface="+mn-lt"/>
                <a:ea typeface="+mn-ea"/>
                <a:cs typeface="+mn-cs"/>
              </a:rPr>
              <a:t>processed = true</a:t>
            </a:r>
            <a:r>
              <a:rPr lang="vi-VN" dirty="0"/>
              <a:t> → đã thuộc MST</a:t>
            </a:r>
          </a:p>
          <a:p>
            <a:r>
              <a:rPr lang="en-US" dirty="0"/>
              <a:t>📌 </a:t>
            </a:r>
            <a:r>
              <a:rPr lang="vi-VN" dirty="0"/>
              <a:t>Trực giác:</a:t>
            </a:r>
          </a:p>
          <a:p>
            <a:r>
              <a:rPr lang="vi-VN" dirty="0"/>
              <a:t>“Cây MST đang rỗng, chưa có đỉnh nào được chọn.”</a:t>
            </a:r>
          </a:p>
          <a:p>
            <a:br>
              <a:rPr lang="vi-VN" dirty="0"/>
            </a:br>
            <a:endParaRPr lang="vi-VN" dirty="0"/>
          </a:p>
          <a:p>
            <a:r>
              <a:rPr lang="vi-VN" b="1" dirty="0"/>
              <a:t>2️⃣ Khởi tạo khoảng cách từ source</a:t>
            </a:r>
          </a:p>
          <a:p>
            <a:pPr rtl="0"/>
            <a:r>
              <a:rPr lang="vi-VN" sz="1200" kern="1200" dirty="0">
                <a:solidFill>
                  <a:schemeClr val="tx1"/>
                </a:solidFill>
                <a:latin typeface="+mn-lt"/>
                <a:ea typeface="+mn-ea"/>
                <a:cs typeface="+mn-cs"/>
              </a:rPr>
              <a:t>foreach(edge (source, v))</a:t>
            </a:r>
          </a:p>
          <a:p>
            <a:pPr rtl="0"/>
            <a:r>
              <a:rPr lang="vi-VN" sz="1200" kern="1200" dirty="0">
                <a:solidFill>
                  <a:schemeClr val="tx1"/>
                </a:solidFill>
                <a:latin typeface="+mn-lt"/>
                <a:ea typeface="+mn-ea"/>
                <a:cs typeface="+mn-cs"/>
              </a:rPr>
              <a:t>    v.dist = w(source, v)</a:t>
            </a:r>
          </a:p>
          <a:p>
            <a:r>
              <a:rPr lang="en-US" dirty="0"/>
              <a:t>🔹 </a:t>
            </a:r>
            <a:r>
              <a:rPr lang="vi-VN" dirty="0"/>
              <a:t>Ý nghĩa:</a:t>
            </a:r>
          </a:p>
          <a:p>
            <a:r>
              <a:rPr lang="vi-VN" dirty="0"/>
              <a:t>Xét tất cả các cạnh nối từ </a:t>
            </a:r>
            <a:r>
              <a:rPr lang="vi-VN" sz="1200" kern="1200" dirty="0">
                <a:solidFill>
                  <a:schemeClr val="tx1"/>
                </a:solidFill>
                <a:latin typeface="+mn-lt"/>
                <a:ea typeface="+mn-ea"/>
                <a:cs typeface="+mn-cs"/>
              </a:rPr>
              <a:t>source</a:t>
            </a:r>
            <a:endParaRPr lang="vi-VN" dirty="0"/>
          </a:p>
          <a:p>
            <a:r>
              <a:rPr lang="vi-VN" dirty="0"/>
              <a:t>Với mỗi đỉnh </a:t>
            </a:r>
            <a:r>
              <a:rPr lang="vi-VN" sz="1200" kern="1200" dirty="0">
                <a:solidFill>
                  <a:schemeClr val="tx1"/>
                </a:solidFill>
                <a:latin typeface="+mn-lt"/>
                <a:ea typeface="+mn-ea"/>
                <a:cs typeface="+mn-cs"/>
              </a:rPr>
              <a:t>v</a:t>
            </a:r>
            <a:r>
              <a:rPr lang="vi-VN" dirty="0"/>
              <a:t> kề source:</a:t>
            </a:r>
          </a:p>
          <a:p>
            <a:pPr lvl="1"/>
            <a:r>
              <a:rPr lang="vi-VN" dirty="0"/>
              <a:t>Ghi lại chi phí nối rẻ nhất hiện tại</a:t>
            </a:r>
          </a:p>
          <a:p>
            <a:r>
              <a:rPr lang="en-US" dirty="0"/>
              <a:t>📌 </a:t>
            </a:r>
            <a:r>
              <a:rPr lang="vi-VN" dirty="0"/>
              <a:t>Trực giác:</a:t>
            </a:r>
          </a:p>
          <a:p>
            <a:r>
              <a:rPr lang="vi-VN" dirty="0"/>
              <a:t>“Nếu tôi muốn nối đỉnh v vào cây ngay bây giờ, tôi sẽ dùng cạnh này.”</a:t>
            </a:r>
          </a:p>
          <a:p>
            <a:br>
              <a:rPr lang="vi-VN" dirty="0"/>
            </a:br>
            <a:endParaRPr lang="vi-VN" dirty="0"/>
          </a:p>
          <a:p>
            <a:r>
              <a:rPr lang="vi-VN" b="1" dirty="0"/>
              <a:t>3️⃣ Vòng lặp chính</a:t>
            </a:r>
          </a:p>
          <a:p>
            <a:pPr rtl="0"/>
            <a:r>
              <a:rPr lang="vi-VN" sz="1200" kern="1200" dirty="0">
                <a:solidFill>
                  <a:schemeClr val="tx1"/>
                </a:solidFill>
                <a:latin typeface="+mn-lt"/>
                <a:ea typeface="+mn-ea"/>
                <a:cs typeface="+mn-cs"/>
              </a:rPr>
              <a:t>while (there are unprocessed vertices)</a:t>
            </a:r>
          </a:p>
          <a:p>
            <a:r>
              <a:rPr lang="en-US" dirty="0"/>
              <a:t>🔹 </a:t>
            </a:r>
            <a:r>
              <a:rPr lang="vi-VN" dirty="0"/>
              <a:t>Ý nghĩa:</a:t>
            </a:r>
          </a:p>
          <a:p>
            <a:r>
              <a:rPr lang="vi-VN" dirty="0"/>
              <a:t>Lặp cho đến khi:</a:t>
            </a:r>
          </a:p>
          <a:p>
            <a:pPr lvl="1"/>
            <a:r>
              <a:rPr lang="vi-VN" b="1" dirty="0"/>
              <a:t>Tất cả các đỉnh đều được đưa vào MST</a:t>
            </a:r>
            <a:endParaRPr lang="vi-VN" dirty="0"/>
          </a:p>
          <a:p>
            <a:br>
              <a:rPr lang="vi-VN" dirty="0"/>
            </a:br>
            <a:endParaRPr lang="vi-VN" dirty="0"/>
          </a:p>
          <a:p>
            <a:r>
              <a:rPr lang="en-US" b="1" dirty="0"/>
              <a:t>🔑 </a:t>
            </a:r>
            <a:r>
              <a:rPr lang="vi-VN" b="1" dirty="0"/>
              <a:t>Bước quan trọng nhất</a:t>
            </a:r>
          </a:p>
          <a:p>
            <a:pPr rtl="0"/>
            <a:r>
              <a:rPr lang="vi-VN" sz="1200" kern="1200" dirty="0">
                <a:solidFill>
                  <a:schemeClr val="tx1"/>
                </a:solidFill>
                <a:latin typeface="+mn-lt"/>
                <a:ea typeface="+mn-ea"/>
                <a:cs typeface="+mn-cs"/>
              </a:rPr>
              <a:t>let u be the closest unprocessed vertex</a:t>
            </a:r>
          </a:p>
          <a:p>
            <a:r>
              <a:rPr lang="en-US" dirty="0"/>
              <a:t>🔹 </a:t>
            </a:r>
            <a:r>
              <a:rPr lang="vi-VN" dirty="0"/>
              <a:t>Ý nghĩa:</a:t>
            </a:r>
          </a:p>
          <a:p>
            <a:r>
              <a:rPr lang="vi-VN" dirty="0"/>
              <a:t>Chọn đỉnh </a:t>
            </a:r>
            <a:r>
              <a:rPr lang="vi-VN" sz="1200" kern="1200" dirty="0">
                <a:solidFill>
                  <a:schemeClr val="tx1"/>
                </a:solidFill>
                <a:latin typeface="+mn-lt"/>
                <a:ea typeface="+mn-ea"/>
                <a:cs typeface="+mn-cs"/>
              </a:rPr>
              <a:t>u</a:t>
            </a:r>
            <a:r>
              <a:rPr lang="vi-VN" dirty="0"/>
              <a:t> chưa xử lý</a:t>
            </a:r>
          </a:p>
          <a:p>
            <a:r>
              <a:rPr lang="vi-VN" dirty="0"/>
              <a:t>Có </a:t>
            </a:r>
            <a:r>
              <a:rPr lang="vi-VN" sz="1200" kern="1200" dirty="0">
                <a:solidFill>
                  <a:schemeClr val="tx1"/>
                </a:solidFill>
                <a:latin typeface="+mn-lt"/>
                <a:ea typeface="+mn-ea"/>
                <a:cs typeface="+mn-cs"/>
              </a:rPr>
              <a:t>u.dist</a:t>
            </a:r>
            <a:r>
              <a:rPr lang="vi-VN" dirty="0"/>
              <a:t> </a:t>
            </a:r>
            <a:r>
              <a:rPr lang="vi-VN" b="1" dirty="0"/>
              <a:t>nhỏ nhất</a:t>
            </a:r>
            <a:endParaRPr lang="vi-VN" dirty="0"/>
          </a:p>
          <a:p>
            <a:r>
              <a:rPr lang="en-US" dirty="0"/>
              <a:t>📌 </a:t>
            </a:r>
            <a:r>
              <a:rPr lang="vi-VN" dirty="0"/>
              <a:t>Trực giác:</a:t>
            </a:r>
          </a:p>
          <a:p>
            <a:r>
              <a:rPr lang="vi-VN" dirty="0"/>
              <a:t>“Trong tất cả các đỉnh chưa nối, đỉnh nào nối rẻ nhất vào cây thì chọn nó.”</a:t>
            </a:r>
          </a:p>
          <a:p>
            <a:r>
              <a:rPr lang="en-US" dirty="0"/>
              <a:t>👉 </a:t>
            </a:r>
            <a:r>
              <a:rPr lang="vi-VN" dirty="0"/>
              <a:t>Đây chính là </a:t>
            </a:r>
            <a:r>
              <a:rPr lang="vi-VN" b="1" dirty="0"/>
              <a:t>bản chất của Prim</a:t>
            </a:r>
            <a:r>
              <a:rPr lang="vi-VN" dirty="0"/>
              <a:t>.</a:t>
            </a:r>
          </a:p>
          <a:p>
            <a:br>
              <a:rPr lang="vi-VN" dirty="0"/>
            </a:br>
            <a:endParaRPr lang="vi-VN" dirty="0"/>
          </a:p>
          <a:p>
            <a:pPr rtl="0"/>
            <a:r>
              <a:rPr lang="vi-VN" sz="1200" kern="1200" dirty="0">
                <a:solidFill>
                  <a:schemeClr val="tx1"/>
                </a:solidFill>
                <a:latin typeface="+mn-lt"/>
                <a:ea typeface="+mn-ea"/>
                <a:cs typeface="+mn-cs"/>
              </a:rPr>
              <a:t>add u.bestEdge to spanning tree</a:t>
            </a:r>
          </a:p>
          <a:p>
            <a:r>
              <a:rPr lang="en-US" dirty="0"/>
              <a:t>🔹 </a:t>
            </a:r>
            <a:r>
              <a:rPr lang="vi-VN" dirty="0"/>
              <a:t>Ý nghĩa:</a:t>
            </a:r>
          </a:p>
          <a:p>
            <a:r>
              <a:rPr lang="vi-VN" dirty="0"/>
              <a:t>Thêm cạnh tốt nhất của </a:t>
            </a:r>
            <a:r>
              <a:rPr lang="vi-VN" sz="1200" kern="1200" dirty="0">
                <a:solidFill>
                  <a:schemeClr val="tx1"/>
                </a:solidFill>
                <a:latin typeface="+mn-lt"/>
                <a:ea typeface="+mn-ea"/>
                <a:cs typeface="+mn-cs"/>
              </a:rPr>
              <a:t>u</a:t>
            </a:r>
            <a:r>
              <a:rPr lang="vi-VN" dirty="0"/>
              <a:t> vào MST</a:t>
            </a:r>
          </a:p>
          <a:p>
            <a:r>
              <a:rPr lang="vi-VN" dirty="0"/>
              <a:t>(trừ source, vì source không có bestEdge)</a:t>
            </a:r>
          </a:p>
          <a:p>
            <a:r>
              <a:rPr lang="en-US" dirty="0"/>
              <a:t>📌 </a:t>
            </a:r>
            <a:r>
              <a:rPr lang="vi-VN" dirty="0"/>
              <a:t>Trực giác:</a:t>
            </a:r>
          </a:p>
          <a:p>
            <a:r>
              <a:rPr lang="vi-VN" dirty="0"/>
              <a:t>“Ta nối đỉnh u vào cây bằng cạnh rẻ nhất mà ta đã biết.”</a:t>
            </a:r>
          </a:p>
          <a:p>
            <a:br>
              <a:rPr lang="vi-VN" dirty="0"/>
            </a:br>
            <a:endParaRPr lang="vi-VN" dirty="0"/>
          </a:p>
          <a:p>
            <a:r>
              <a:rPr lang="vi-VN" b="1" dirty="0"/>
              <a:t>4️⃣ Cập nhật các đỉnh kề</a:t>
            </a:r>
          </a:p>
          <a:p>
            <a:pPr rtl="0"/>
            <a:r>
              <a:rPr lang="vi-VN" sz="1200" kern="1200" dirty="0">
                <a:solidFill>
                  <a:schemeClr val="tx1"/>
                </a:solidFill>
                <a:latin typeface="+mn-lt"/>
                <a:ea typeface="+mn-ea"/>
                <a:cs typeface="+mn-cs"/>
              </a:rPr>
              <a:t>foreach(edge (u, v) leaving u)</a:t>
            </a:r>
          </a:p>
          <a:p>
            <a:r>
              <a:rPr lang="en-US" dirty="0"/>
              <a:t>🔹 </a:t>
            </a:r>
            <a:r>
              <a:rPr lang="vi-VN" dirty="0"/>
              <a:t>Ý nghĩa:</a:t>
            </a:r>
          </a:p>
          <a:p>
            <a:r>
              <a:rPr lang="vi-VN" dirty="0"/>
              <a:t>Xét tất cả các cạnh đi từ </a:t>
            </a:r>
            <a:r>
              <a:rPr lang="vi-VN" sz="1200" kern="1200" dirty="0">
                <a:solidFill>
                  <a:schemeClr val="tx1"/>
                </a:solidFill>
                <a:latin typeface="+mn-lt"/>
                <a:ea typeface="+mn-ea"/>
                <a:cs typeface="+mn-cs"/>
              </a:rPr>
              <a:t>u</a:t>
            </a:r>
            <a:r>
              <a:rPr lang="vi-VN" dirty="0"/>
              <a:t> đến các đỉnh </a:t>
            </a:r>
            <a:r>
              <a:rPr lang="vi-VN" sz="1200" kern="1200" dirty="0">
                <a:solidFill>
                  <a:schemeClr val="tx1"/>
                </a:solidFill>
                <a:latin typeface="+mn-lt"/>
                <a:ea typeface="+mn-ea"/>
                <a:cs typeface="+mn-cs"/>
              </a:rPr>
              <a:t>v</a:t>
            </a:r>
            <a:endParaRPr lang="vi-VN" dirty="0"/>
          </a:p>
          <a:p>
            <a:br>
              <a:rPr lang="vi-VN" dirty="0"/>
            </a:br>
            <a:endParaRPr lang="vi-VN" dirty="0"/>
          </a:p>
          <a:p>
            <a:pPr rtl="0"/>
            <a:r>
              <a:rPr lang="vi-VN" sz="1200" kern="1200" dirty="0">
                <a:solidFill>
                  <a:schemeClr val="tx1"/>
                </a:solidFill>
                <a:latin typeface="+mn-lt"/>
                <a:ea typeface="+mn-ea"/>
                <a:cs typeface="+mn-cs"/>
              </a:rPr>
              <a:t>if (w(u,v) &lt; v.dist)</a:t>
            </a:r>
          </a:p>
          <a:p>
            <a:r>
              <a:rPr lang="en-US" dirty="0"/>
              <a:t>🔹 </a:t>
            </a:r>
            <a:r>
              <a:rPr lang="vi-VN" dirty="0"/>
              <a:t>Ý nghĩa:</a:t>
            </a:r>
          </a:p>
          <a:p>
            <a:r>
              <a:rPr lang="vi-VN" dirty="0"/>
              <a:t>Nếu đi qua </a:t>
            </a:r>
            <a:r>
              <a:rPr lang="vi-VN" sz="1200" kern="1200" dirty="0">
                <a:solidFill>
                  <a:schemeClr val="tx1"/>
                </a:solidFill>
                <a:latin typeface="+mn-lt"/>
                <a:ea typeface="+mn-ea"/>
                <a:cs typeface="+mn-cs"/>
              </a:rPr>
              <a:t>u</a:t>
            </a:r>
            <a:r>
              <a:rPr lang="vi-VN" dirty="0"/>
              <a:t> </a:t>
            </a:r>
            <a:r>
              <a:rPr lang="vi-VN" b="1" dirty="0"/>
              <a:t>rẻ hơn cách cũ</a:t>
            </a:r>
            <a:r>
              <a:rPr lang="vi-VN" dirty="0"/>
              <a:t> để nối </a:t>
            </a:r>
            <a:r>
              <a:rPr lang="vi-VN" sz="1200" kern="1200" dirty="0">
                <a:solidFill>
                  <a:schemeClr val="tx1"/>
                </a:solidFill>
                <a:latin typeface="+mn-lt"/>
                <a:ea typeface="+mn-ea"/>
                <a:cs typeface="+mn-cs"/>
              </a:rPr>
              <a:t>v</a:t>
            </a:r>
            <a:endParaRPr lang="vi-VN" dirty="0"/>
          </a:p>
          <a:p>
            <a:r>
              <a:rPr lang="en-US" dirty="0"/>
              <a:t>📌 </a:t>
            </a:r>
            <a:r>
              <a:rPr lang="vi-VN" dirty="0"/>
              <a:t>Trực giác:</a:t>
            </a:r>
          </a:p>
          <a:p>
            <a:r>
              <a:rPr lang="vi-VN" dirty="0"/>
              <a:t>“À, hóa ra nối v qua u lại rẻ hơn!”</a:t>
            </a:r>
          </a:p>
          <a:p>
            <a:br>
              <a:rPr lang="vi-VN" dirty="0"/>
            </a:br>
            <a:endParaRPr lang="vi-VN" dirty="0"/>
          </a:p>
          <a:p>
            <a:pPr rtl="0"/>
            <a:r>
              <a:rPr lang="vi-VN" sz="1200" kern="1200" dirty="0">
                <a:solidFill>
                  <a:schemeClr val="tx1"/>
                </a:solidFill>
                <a:latin typeface="+mn-lt"/>
                <a:ea typeface="+mn-ea"/>
                <a:cs typeface="+mn-cs"/>
              </a:rPr>
              <a:t>v.dist = w(u,v)</a:t>
            </a:r>
          </a:p>
          <a:p>
            <a:pPr rtl="0"/>
            <a:r>
              <a:rPr lang="vi-VN" sz="1200" kern="1200" dirty="0">
                <a:solidFill>
                  <a:schemeClr val="tx1"/>
                </a:solidFill>
                <a:latin typeface="+mn-lt"/>
                <a:ea typeface="+mn-ea"/>
                <a:cs typeface="+mn-cs"/>
              </a:rPr>
              <a:t>v.bestEdge = (u,v)</a:t>
            </a:r>
          </a:p>
          <a:p>
            <a:r>
              <a:rPr lang="en-US" dirty="0"/>
              <a:t>🔹 </a:t>
            </a:r>
            <a:r>
              <a:rPr lang="vi-VN" dirty="0"/>
              <a:t>Ý nghĩa:</a:t>
            </a:r>
          </a:p>
          <a:p>
            <a:r>
              <a:rPr lang="vi-VN" dirty="0"/>
              <a:t>Cập nhật:</a:t>
            </a:r>
          </a:p>
          <a:p>
            <a:pPr lvl="1"/>
            <a:r>
              <a:rPr lang="vi-VN" dirty="0"/>
              <a:t>Chi phí tốt nhất để nối </a:t>
            </a:r>
            <a:r>
              <a:rPr lang="vi-VN" sz="1200" kern="1200" dirty="0">
                <a:solidFill>
                  <a:schemeClr val="tx1"/>
                </a:solidFill>
                <a:latin typeface="+mn-lt"/>
                <a:ea typeface="+mn-ea"/>
                <a:cs typeface="+mn-cs"/>
              </a:rPr>
              <a:t>v</a:t>
            </a:r>
            <a:endParaRPr lang="vi-VN" dirty="0"/>
          </a:p>
          <a:p>
            <a:pPr lvl="1"/>
            <a:r>
              <a:rPr lang="vi-VN" dirty="0"/>
              <a:t>Cạnh tốt nhất để nối </a:t>
            </a:r>
            <a:r>
              <a:rPr lang="vi-VN" sz="1200" kern="1200" dirty="0">
                <a:solidFill>
                  <a:schemeClr val="tx1"/>
                </a:solidFill>
                <a:latin typeface="+mn-lt"/>
                <a:ea typeface="+mn-ea"/>
                <a:cs typeface="+mn-cs"/>
              </a:rPr>
              <a:t>v</a:t>
            </a:r>
            <a:r>
              <a:rPr lang="vi-VN" dirty="0"/>
              <a:t> vào cây</a:t>
            </a:r>
          </a:p>
          <a:p>
            <a:r>
              <a:rPr lang="en-US" dirty="0"/>
              <a:t>📌 </a:t>
            </a:r>
            <a:r>
              <a:rPr lang="vi-VN" dirty="0"/>
              <a:t>Trực giác:</a:t>
            </a:r>
          </a:p>
          <a:p>
            <a:r>
              <a:rPr lang="vi-VN" dirty="0"/>
              <a:t>“Tôi sẽ nhớ cạnh này để dùng sau.”</a:t>
            </a:r>
          </a:p>
          <a:p>
            <a:br>
              <a:rPr lang="vi-VN" dirty="0"/>
            </a:br>
            <a:endParaRPr lang="vi-VN" dirty="0"/>
          </a:p>
          <a:p>
            <a:pPr rtl="0"/>
            <a:r>
              <a:rPr lang="vi-VN" sz="1200" kern="1200" dirty="0">
                <a:solidFill>
                  <a:schemeClr val="tx1"/>
                </a:solidFill>
                <a:latin typeface="+mn-lt"/>
                <a:ea typeface="+mn-ea"/>
                <a:cs typeface="+mn-cs"/>
              </a:rPr>
              <a:t>mark u as processed</a:t>
            </a:r>
          </a:p>
          <a:p>
            <a:r>
              <a:rPr lang="en-US" dirty="0"/>
              <a:t>🔹 </a:t>
            </a:r>
            <a:r>
              <a:rPr lang="vi-VN" dirty="0"/>
              <a:t>Ý nghĩa:</a:t>
            </a:r>
          </a:p>
          <a:p>
            <a:r>
              <a:rPr lang="vi-VN" dirty="0"/>
              <a:t>Đỉnh </a:t>
            </a:r>
            <a:r>
              <a:rPr lang="vi-VN" sz="1200" kern="1200" dirty="0">
                <a:solidFill>
                  <a:schemeClr val="tx1"/>
                </a:solidFill>
                <a:latin typeface="+mn-lt"/>
                <a:ea typeface="+mn-ea"/>
                <a:cs typeface="+mn-cs"/>
              </a:rPr>
              <a:t>u</a:t>
            </a:r>
            <a:r>
              <a:rPr lang="vi-VN" dirty="0"/>
              <a:t> đã chính thức thuộc MST</a:t>
            </a:r>
          </a:p>
          <a:p>
            <a:r>
              <a:rPr lang="vi-VN" dirty="0"/>
              <a:t>Không xét lại </a:t>
            </a:r>
            <a:r>
              <a:rPr lang="vi-VN" sz="1200" kern="1200" dirty="0">
                <a:solidFill>
                  <a:schemeClr val="tx1"/>
                </a:solidFill>
                <a:latin typeface="+mn-lt"/>
                <a:ea typeface="+mn-ea"/>
                <a:cs typeface="+mn-cs"/>
              </a:rPr>
              <a:t>u</a:t>
            </a:r>
            <a:r>
              <a:rPr lang="vi-VN" dirty="0"/>
              <a:t> nữa</a:t>
            </a:r>
          </a:p>
          <a:p>
            <a:r>
              <a:rPr lang="en-US" dirty="0"/>
              <a:t>📌 </a:t>
            </a:r>
            <a:r>
              <a:rPr lang="vi-VN" dirty="0"/>
              <a:t>Trực giác:</a:t>
            </a:r>
          </a:p>
          <a:p>
            <a:r>
              <a:rPr lang="vi-VN" dirty="0"/>
              <a:t>“u đã nằm trong cây rồi, không cần quan tâm nữa.”</a:t>
            </a:r>
          </a:p>
          <a:p>
            <a:br>
              <a:rPr lang="vi-VN" dirty="0"/>
            </a:br>
            <a:endParaRPr lang="vi-VN" dirty="0"/>
          </a:p>
          <a:p>
            <a:r>
              <a:rPr lang="vi-VN" b="1" dirty="0"/>
              <a:t>5️⃣ Khi vòng lặp kết thúc</a:t>
            </a:r>
          </a:p>
          <a:p>
            <a:r>
              <a:rPr lang="vi-VN" dirty="0"/>
              <a:t>Tất cả các đỉnh đã được xử lý</a:t>
            </a:r>
          </a:p>
          <a:p>
            <a:r>
              <a:rPr lang="vi-VN" dirty="0"/>
              <a:t>Các cạnh </a:t>
            </a:r>
            <a:r>
              <a:rPr lang="vi-VN" sz="1200" kern="1200" dirty="0">
                <a:solidFill>
                  <a:schemeClr val="tx1"/>
                </a:solidFill>
                <a:latin typeface="+mn-lt"/>
                <a:ea typeface="+mn-ea"/>
                <a:cs typeface="+mn-cs"/>
              </a:rPr>
              <a:t>bestEdge</a:t>
            </a:r>
            <a:r>
              <a:rPr lang="vi-VN" dirty="0"/>
              <a:t> đã được chọn</a:t>
            </a:r>
          </a:p>
          <a:p>
            <a:r>
              <a:rPr lang="vi-VN" dirty="0"/>
              <a:t>→ Ta thu được </a:t>
            </a:r>
            <a:r>
              <a:rPr lang="vi-VN" b="1" dirty="0"/>
              <a:t>Minimum Spanning Tree</a:t>
            </a:r>
            <a:endParaRPr lang="vi-VN" dirty="0"/>
          </a:p>
          <a:p>
            <a:endParaRPr lang="en-US" dirty="0"/>
          </a:p>
        </p:txBody>
      </p:sp>
      <p:sp>
        <p:nvSpPr>
          <p:cNvPr id="4" name="Slide Number Placeholder 3"/>
          <p:cNvSpPr>
            <a:spLocks noGrp="1"/>
          </p:cNvSpPr>
          <p:nvPr>
            <p:ph type="sldNum" sz="quarter" idx="5"/>
          </p:nvPr>
        </p:nvSpPr>
        <p:spPr/>
        <p:txBody>
          <a:bodyPr/>
          <a:lstStyle/>
          <a:p>
            <a:fld id="{93B336D0-BB87-4158-9DDA-BA914A234D18}" type="slidenum">
              <a:rPr lang="en-US" smtClean="0"/>
              <a:t>9</a:t>
            </a:fld>
            <a:endParaRPr lang="en-US"/>
          </a:p>
        </p:txBody>
      </p:sp>
    </p:spTree>
    <p:extLst>
      <p:ext uri="{BB962C8B-B14F-4D97-AF65-F5344CB8AC3E}">
        <p14:creationId xmlns:p14="http://schemas.microsoft.com/office/powerpoint/2010/main" val="42351865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vi-VN" b="1" dirty="0"/>
                  <a:t>2) Chạy Prim từ A: chọn cạnh nào, vì sao?</a:t>
                </a:r>
              </a:p>
              <a:p>
                <a:r>
                  <a:rPr lang="vi-VN" b="1" dirty="0"/>
                  <a:t>Nguyên tắc Prim</a:t>
                </a:r>
                <a:r>
                  <a:rPr lang="vi-VN" dirty="0"/>
                  <a:t>:</a:t>
                </a:r>
                <a:br>
                  <a:rPr lang="vi-VN" dirty="0"/>
                </a:br>
                <a:r>
                  <a:rPr lang="vi-VN" dirty="0"/>
                  <a:t>Luôn chọn </a:t>
                </a:r>
                <a:r>
                  <a:rPr lang="vi-VN" b="1" dirty="0"/>
                  <a:t>cạnh nhẹ nhất</a:t>
                </a:r>
                <a:r>
                  <a:rPr lang="vi-VN" dirty="0"/>
                  <a:t> nối từ tập đỉnh </a:t>
                </a:r>
                <a:r>
                  <a:rPr lang="vi-VN" b="1" dirty="0"/>
                  <a:t>đã có trong cây</a:t>
                </a:r>
                <a:r>
                  <a:rPr lang="vi-VN" dirty="0"/>
                  <a:t> ra </a:t>
                </a:r>
                <a:r>
                  <a:rPr lang="vi-VN" b="1" dirty="0"/>
                  <a:t>một đỉnh chưa có</a:t>
                </a:r>
                <a:r>
                  <a:rPr lang="vi-VN" dirty="0"/>
                  <a:t>.</a:t>
                </a:r>
              </a:p>
              <a:p>
                <a:r>
                  <a:rPr lang="vi-VN" dirty="0"/>
                  <a:t>Ký hiệu:</a:t>
                </a:r>
              </a:p>
              <a:p>
                <a:r>
                  <a:rPr lang="vi-VN" sz="1200" kern="1200" dirty="0">
                    <a:solidFill>
                      <a:schemeClr val="tx1"/>
                    </a:solidFill>
                    <a:latin typeface="+mn-lt"/>
                    <a:ea typeface="+mn-ea"/>
                    <a:cs typeface="+mn-cs"/>
                  </a:rPr>
                  <a:t>S</a:t>
                </a:r>
                <a:r>
                  <a:rPr lang="vi-VN" dirty="0"/>
                  <a:t> = tập đỉnh đã vào MST</a:t>
                </a:r>
              </a:p>
              <a:p>
                <a:r>
                  <a:rPr lang="vi-VN" dirty="0"/>
                  <a:t>Mỗi bước: chọn cạnh nhẹ nhất “bắc cầu” từ </a:t>
                </a:r>
                <a:r>
                  <a:rPr lang="vi-VN" sz="1200" kern="1200" dirty="0">
                    <a:solidFill>
                      <a:schemeClr val="tx1"/>
                    </a:solidFill>
                    <a:latin typeface="+mn-lt"/>
                    <a:ea typeface="+mn-ea"/>
                    <a:cs typeface="+mn-cs"/>
                  </a:rPr>
                  <a:t>S</a:t>
                </a:r>
                <a:r>
                  <a:rPr lang="vi-VN" dirty="0"/>
                  <a:t> ra ngoài</a:t>
                </a:r>
              </a:p>
              <a:p>
                <a:br>
                  <a:rPr lang="vi-VN" dirty="0"/>
                </a:br>
                <a:endParaRPr lang="vi-VN" dirty="0"/>
              </a:p>
              <a:p>
                <a:r>
                  <a:rPr lang="vi-VN" b="1" dirty="0"/>
                  <a:t>Bước 0</a:t>
                </a:r>
              </a:p>
              <a:p>
                <a:r>
                  <a:rPr lang="vi-VN" dirty="0"/>
                  <a:t>Bắt đầu: </a:t>
                </a:r>
                <a:r>
                  <a:rPr lang="vi-VN" sz="1200" kern="1200" dirty="0">
                    <a:solidFill>
                      <a:schemeClr val="tx1"/>
                    </a:solidFill>
                    <a:latin typeface="+mn-lt"/>
                    <a:ea typeface="+mn-ea"/>
                    <a:cs typeface="+mn-cs"/>
                  </a:rPr>
                  <a:t>S = {A}</a:t>
                </a:r>
                <a:endParaRPr lang="vi-VN" dirty="0"/>
              </a:p>
              <a:p>
                <a:r>
                  <a:rPr lang="vi-VN" dirty="0"/>
                  <a:t>Các cạnh đi ra từ A:</a:t>
                </a:r>
              </a:p>
              <a:p>
                <a:r>
                  <a:rPr lang="vi-VN" dirty="0"/>
                  <a:t>A–C (3), A–D (6), A–H (8), A–B (9)</a:t>
                </a:r>
              </a:p>
              <a:p>
                <a:r>
                  <a:rPr lang="en-US" dirty="0"/>
                  <a:t>✅ </a:t>
                </a:r>
                <a:r>
                  <a:rPr lang="vi-VN" dirty="0"/>
                  <a:t>Chọn nhỏ nhất: </a:t>
                </a:r>
                <a:r>
                  <a:rPr lang="vi-VN" b="1" dirty="0"/>
                  <a:t>A–C (3)</a:t>
                </a:r>
                <a:br>
                  <a:rPr lang="vi-VN" dirty="0"/>
                </a:br>
                <a:r>
                  <a:rPr lang="vi-VN" dirty="0"/>
                  <a:t>→ thêm C vào cây</a:t>
                </a:r>
              </a:p>
              <a:p>
                <a:br>
                  <a:rPr lang="vi-VN" dirty="0"/>
                </a:br>
                <a:endParaRPr lang="vi-VN" dirty="0"/>
              </a:p>
              <a:p>
                <a:r>
                  <a:rPr lang="vi-VN" b="1" dirty="0"/>
                  <a:t>Bước 1</a:t>
                </a:r>
              </a:p>
              <a:p>
                <a:r>
                  <a:rPr lang="vi-VN" sz="1200" kern="1200" dirty="0">
                    <a:solidFill>
                      <a:schemeClr val="tx1"/>
                    </a:solidFill>
                    <a:latin typeface="+mn-lt"/>
                    <a:ea typeface="+mn-ea"/>
                    <a:cs typeface="+mn-cs"/>
                  </a:rPr>
                  <a:t>S = {A, C}</a:t>
                </a:r>
                <a:endParaRPr lang="vi-VN" dirty="0"/>
              </a:p>
              <a:p>
                <a:r>
                  <a:rPr lang="vi-VN" dirty="0"/>
                  <a:t>Các cạnh đi ra từ S (ra đỉnh chưa có):</a:t>
                </a:r>
              </a:p>
              <a:p>
                <a:r>
                  <a:rPr lang="vi-VN" dirty="0"/>
                  <a:t>A–D (6), A–H (8), A–B (9)</a:t>
                </a:r>
              </a:p>
              <a:p>
                <a:r>
                  <a:rPr lang="vi-VN" dirty="0"/>
                  <a:t>C–F (6)</a:t>
                </a:r>
              </a:p>
              <a:p>
                <a:r>
                  <a:rPr lang="en-US" dirty="0"/>
                  <a:t>✅ </a:t>
                </a:r>
                <a:r>
                  <a:rPr lang="vi-VN" dirty="0"/>
                  <a:t>Nhỏ nhất là 6 (có 2 cạnh): </a:t>
                </a:r>
                <a:r>
                  <a:rPr lang="vi-VN" b="1" dirty="0"/>
                  <a:t>A–D (6)</a:t>
                </a:r>
                <a:r>
                  <a:rPr lang="vi-VN" dirty="0"/>
                  <a:t> hoặc </a:t>
                </a:r>
                <a:r>
                  <a:rPr lang="vi-VN" b="1" dirty="0"/>
                  <a:t>C–F (6)</a:t>
                </a:r>
                <a:br>
                  <a:rPr lang="vi-VN" dirty="0"/>
                </a:br>
                <a:r>
                  <a:rPr lang="vi-VN" dirty="0"/>
                  <a:t>(Chọn cái nào trước cũng được; MST vẫn đúng.)</a:t>
                </a:r>
              </a:p>
              <a:p>
                <a:r>
                  <a:rPr lang="vi-VN" dirty="0"/>
                  <a:t>Mình chọn: </a:t>
                </a:r>
                <a:r>
                  <a:rPr lang="vi-VN" b="1" dirty="0"/>
                  <a:t>A–D (6)</a:t>
                </a:r>
                <a:br>
                  <a:rPr lang="vi-VN" dirty="0"/>
                </a:br>
                <a:r>
                  <a:rPr lang="vi-VN" dirty="0"/>
                  <a:t>→ thêm D</a:t>
                </a:r>
              </a:p>
              <a:p>
                <a:br>
                  <a:rPr lang="vi-VN" dirty="0"/>
                </a:br>
                <a:endParaRPr lang="vi-VN" dirty="0"/>
              </a:p>
              <a:p>
                <a:r>
                  <a:rPr lang="vi-VN" b="1" dirty="0"/>
                  <a:t>Bước 2</a:t>
                </a:r>
              </a:p>
              <a:p>
                <a:r>
                  <a:rPr lang="vi-VN" sz="1200" kern="1200" dirty="0">
                    <a:solidFill>
                      <a:schemeClr val="tx1"/>
                    </a:solidFill>
                    <a:latin typeface="+mn-lt"/>
                    <a:ea typeface="+mn-ea"/>
                    <a:cs typeface="+mn-cs"/>
                  </a:rPr>
                  <a:t>S = {A, C, D}</a:t>
                </a:r>
                <a:endParaRPr lang="vi-VN" dirty="0"/>
              </a:p>
              <a:p>
                <a:r>
                  <a:rPr lang="vi-VN" dirty="0"/>
                  <a:t>Cạnh đi ra ngoài:</a:t>
                </a:r>
              </a:p>
              <a:p>
                <a:r>
                  <a:rPr lang="vi-VN" dirty="0"/>
                  <a:t>C–F (6)</a:t>
                </a:r>
              </a:p>
              <a:p>
                <a:r>
                  <a:rPr lang="vi-VN" dirty="0"/>
                  <a:t>A–H (8)</a:t>
                </a:r>
              </a:p>
              <a:p>
                <a:r>
                  <a:rPr lang="vi-VN" dirty="0"/>
                  <a:t>A–B (9)</a:t>
                </a:r>
              </a:p>
              <a:p>
                <a:r>
                  <a:rPr lang="vi-VN" dirty="0"/>
                  <a:t>D–B (19)</a:t>
                </a:r>
              </a:p>
              <a:p>
                <a:r>
                  <a:rPr lang="en-US" dirty="0"/>
                  <a:t>✅ </a:t>
                </a:r>
                <a:r>
                  <a:rPr lang="vi-VN" dirty="0"/>
                  <a:t>Chọn: </a:t>
                </a:r>
                <a:r>
                  <a:rPr lang="vi-VN" b="1" dirty="0"/>
                  <a:t>C–F (6)</a:t>
                </a:r>
                <a:br>
                  <a:rPr lang="vi-VN" dirty="0"/>
                </a:br>
                <a:r>
                  <a:rPr lang="vi-VN" dirty="0"/>
                  <a:t>→ thêm F</a:t>
                </a:r>
              </a:p>
              <a:p>
                <a:br>
                  <a:rPr lang="vi-VN" dirty="0"/>
                </a:br>
                <a:endParaRPr lang="vi-VN" dirty="0"/>
              </a:p>
              <a:p>
                <a:r>
                  <a:rPr lang="vi-VN" b="1" dirty="0"/>
                  <a:t>Bước 3</a:t>
                </a:r>
              </a:p>
              <a:p>
                <a:r>
                  <a:rPr lang="vi-VN" sz="1200" kern="1200" dirty="0">
                    <a:solidFill>
                      <a:schemeClr val="tx1"/>
                    </a:solidFill>
                    <a:latin typeface="+mn-lt"/>
                    <a:ea typeface="+mn-ea"/>
                    <a:cs typeface="+mn-cs"/>
                  </a:rPr>
                  <a:t>S = {A, C, D, F}</a:t>
                </a:r>
                <a:endParaRPr lang="vi-VN" dirty="0"/>
              </a:p>
              <a:p>
                <a:r>
                  <a:rPr lang="vi-VN" dirty="0"/>
                  <a:t>Cạnh đi ra ngoài:</a:t>
                </a:r>
              </a:p>
              <a:p>
                <a:r>
                  <a:rPr lang="vi-VN" dirty="0"/>
                  <a:t>A–H (8)</a:t>
                </a:r>
              </a:p>
              <a:p>
                <a:r>
                  <a:rPr lang="vi-VN" dirty="0"/>
                  <a:t>A–B (9)</a:t>
                </a:r>
              </a:p>
              <a:p>
                <a:r>
                  <a:rPr lang="vi-VN" dirty="0"/>
                  <a:t>D–B (19)</a:t>
                </a:r>
              </a:p>
              <a:p>
                <a:r>
                  <a:rPr lang="en-US" dirty="0"/>
                  <a:t>✅ </a:t>
                </a:r>
                <a:r>
                  <a:rPr lang="vi-VN" dirty="0"/>
                  <a:t>Chọn: </a:t>
                </a:r>
                <a:r>
                  <a:rPr lang="vi-VN" b="1" dirty="0"/>
                  <a:t>A–H (8)</a:t>
                </a:r>
                <a:br>
                  <a:rPr lang="vi-VN" dirty="0"/>
                </a:br>
                <a:r>
                  <a:rPr lang="vi-VN" dirty="0"/>
                  <a:t>→ thêm H</a:t>
                </a:r>
              </a:p>
              <a:p>
                <a:br>
                  <a:rPr lang="vi-VN" dirty="0"/>
                </a:br>
                <a:endParaRPr lang="vi-VN" dirty="0"/>
              </a:p>
              <a:p>
                <a:r>
                  <a:rPr lang="vi-VN" b="1" dirty="0"/>
                  <a:t>Bước 4</a:t>
                </a:r>
              </a:p>
              <a:p>
                <a:r>
                  <a:rPr lang="vi-VN" sz="1200" kern="1200" dirty="0">
                    <a:solidFill>
                      <a:schemeClr val="tx1"/>
                    </a:solidFill>
                    <a:latin typeface="+mn-lt"/>
                    <a:ea typeface="+mn-ea"/>
                    <a:cs typeface="+mn-cs"/>
                  </a:rPr>
                  <a:t>S = {A, C, D, F, H}</a:t>
                </a:r>
                <a:endParaRPr lang="vi-VN" dirty="0"/>
              </a:p>
              <a:p>
                <a:r>
                  <a:rPr lang="vi-VN" dirty="0"/>
                  <a:t>Cạnh đi ra ngoài:</a:t>
                </a:r>
              </a:p>
              <a:p>
                <a:r>
                  <a:rPr lang="vi-VN" dirty="0"/>
                  <a:t>A–B (9)</a:t>
                </a:r>
              </a:p>
              <a:p>
                <a:r>
                  <a:rPr lang="vi-VN" dirty="0"/>
                  <a:t>D–B (19)</a:t>
                </a:r>
              </a:p>
              <a:p>
                <a:r>
                  <a:rPr lang="vi-VN" dirty="0"/>
                  <a:t>H–E (29)</a:t>
                </a:r>
              </a:p>
              <a:p>
                <a:r>
                  <a:rPr lang="en-US" dirty="0"/>
                  <a:t>✅ </a:t>
                </a:r>
                <a:r>
                  <a:rPr lang="vi-VN" dirty="0"/>
                  <a:t>Chọn: </a:t>
                </a:r>
                <a:r>
                  <a:rPr lang="vi-VN" b="1" dirty="0"/>
                  <a:t>A–B (9)</a:t>
                </a:r>
                <a:br>
                  <a:rPr lang="vi-VN" dirty="0"/>
                </a:br>
                <a:r>
                  <a:rPr lang="vi-VN" dirty="0"/>
                  <a:t>→ thêm B</a:t>
                </a:r>
              </a:p>
              <a:p>
                <a:br>
                  <a:rPr lang="vi-VN" dirty="0"/>
                </a:br>
                <a:endParaRPr lang="vi-VN" dirty="0"/>
              </a:p>
              <a:p>
                <a:r>
                  <a:rPr lang="vi-VN" b="1" dirty="0"/>
                  <a:t>Bước 5</a:t>
                </a:r>
              </a:p>
              <a:p>
                <a:r>
                  <a:rPr lang="vi-VN" sz="1200" kern="1200" dirty="0">
                    <a:solidFill>
                      <a:schemeClr val="tx1"/>
                    </a:solidFill>
                    <a:latin typeface="+mn-lt"/>
                    <a:ea typeface="+mn-ea"/>
                    <a:cs typeface="+mn-cs"/>
                  </a:rPr>
                  <a:t>S = {A, B, C, D, F, H}</a:t>
                </a:r>
                <a:endParaRPr lang="vi-VN" dirty="0"/>
              </a:p>
              <a:p>
                <a:r>
                  <a:rPr lang="vi-VN" dirty="0"/>
                  <a:t>Cạnh đi ra ngoài (để nối E):</a:t>
                </a:r>
              </a:p>
              <a:p>
                <a:r>
                  <a:rPr lang="vi-VN" dirty="0"/>
                  <a:t>B–E (7)</a:t>
                </a:r>
              </a:p>
              <a:p>
                <a:r>
                  <a:rPr lang="vi-VN" dirty="0"/>
                  <a:t>H–E (29)</a:t>
                </a:r>
              </a:p>
              <a:p>
                <a:r>
                  <a:rPr lang="en-US" dirty="0"/>
                  <a:t>✅ </a:t>
                </a:r>
                <a:r>
                  <a:rPr lang="vi-VN" dirty="0"/>
                  <a:t>Chọn: </a:t>
                </a:r>
                <a:r>
                  <a:rPr lang="vi-VN" b="1" dirty="0"/>
                  <a:t>B–E (7)</a:t>
                </a:r>
                <a:br>
                  <a:rPr lang="vi-VN" dirty="0"/>
                </a:br>
                <a:r>
                  <a:rPr lang="vi-VN" dirty="0"/>
                  <a:t>→ thêm E</a:t>
                </a:r>
              </a:p>
              <a:p>
                <a:br>
                  <a:rPr lang="vi-VN" dirty="0"/>
                </a:br>
                <a:endParaRPr lang="vi-VN" dirty="0"/>
              </a:p>
              <a:p>
                <a:r>
                  <a:rPr lang="en-US" b="1" dirty="0"/>
                  <a:t>✅ </a:t>
                </a:r>
                <a:r>
                  <a:rPr lang="vi-VN" b="1" dirty="0"/>
                  <a:t>Kết quả MST (Prim start từ A)</a:t>
                </a:r>
              </a:p>
              <a:p>
                <a:r>
                  <a:rPr lang="vi-VN" dirty="0"/>
                  <a:t>Các cạnh MST đã chọn:</a:t>
                </a:r>
              </a:p>
              <a:p>
                <a:r>
                  <a:rPr lang="vi-VN" b="1" dirty="0"/>
                  <a:t>A–C (3)</a:t>
                </a:r>
                <a:endParaRPr lang="vi-VN" dirty="0"/>
              </a:p>
              <a:p>
                <a:r>
                  <a:rPr lang="vi-VN" b="1" dirty="0"/>
                  <a:t>A–D (6)</a:t>
                </a:r>
                <a:endParaRPr lang="vi-VN" dirty="0"/>
              </a:p>
              <a:p>
                <a:r>
                  <a:rPr lang="vi-VN" b="1" dirty="0"/>
                  <a:t>C–F (6)</a:t>
                </a:r>
                <a:endParaRPr lang="vi-VN" dirty="0"/>
              </a:p>
              <a:p>
                <a:r>
                  <a:rPr lang="vi-VN" b="1" dirty="0"/>
                  <a:t>A–H (8)</a:t>
                </a:r>
                <a:endParaRPr lang="vi-VN" dirty="0"/>
              </a:p>
              <a:p>
                <a:r>
                  <a:rPr lang="vi-VN" b="1" dirty="0"/>
                  <a:t>A–B (9)</a:t>
                </a:r>
                <a:endParaRPr lang="vi-VN" dirty="0"/>
              </a:p>
              <a:p>
                <a:r>
                  <a:rPr lang="vi-VN" b="1" dirty="0"/>
                  <a:t>B–E (7)</a:t>
                </a:r>
                <a:endParaRPr lang="vi-VN" dirty="0"/>
              </a:p>
              <a:p>
                <a:r>
                  <a:rPr lang="vi-VN" dirty="0"/>
                  <a:t>Tổng trọng số:</a:t>
                </a:r>
              </a:p>
              <a:p>
                <a14:m>
                  <m:oMathPara xmlns:m="http://schemas.openxmlformats.org/officeDocument/2006/math">
                    <m:oMathParaPr>
                      <m:jc m:val="centerGroup"/>
                    </m:oMathParaPr>
                    <m:oMath xmlns:m="http://schemas.openxmlformats.org/officeDocument/2006/math">
                      <m:r>
                        <a:rPr lang="vi-VN" sz="1200" kern="1200">
                          <a:solidFill>
                            <a:schemeClr val="tx1"/>
                          </a:solidFill>
                          <a:latin typeface="+mn-lt"/>
                          <a:ea typeface="+mn-ea"/>
                          <a:cs typeface="+mn-cs"/>
                        </a:rPr>
                        <m:t>3</m:t>
                      </m:r>
                      <m:r>
                        <a:rPr lang="vi-VN" sz="1200" i="0" kern="1200">
                          <a:solidFill>
                            <a:schemeClr val="tx1"/>
                          </a:solidFill>
                          <a:latin typeface="+mn-lt"/>
                          <a:ea typeface="+mn-ea"/>
                          <a:cs typeface="+mn-cs"/>
                        </a:rPr>
                        <m:t>+6+6+8+9+7=39</m:t>
                      </m:r>
                    </m:oMath>
                  </m:oMathPara>
                </a14:m>
                <a:endParaRPr lang="vi-VN" dirty="0"/>
              </a:p>
              <a:p>
                <a:r>
                  <a:rPr lang="en-US" dirty="0"/>
                  <a:t>📌 </a:t>
                </a:r>
                <a:r>
                  <a:rPr lang="vi-VN" dirty="0"/>
                  <a:t>Hai cạnh </a:t>
                </a:r>
                <a:r>
                  <a:rPr lang="vi-VN" b="1" dirty="0"/>
                  <a:t>KHÔNG</a:t>
                </a:r>
                <a:r>
                  <a:rPr lang="vi-VN" dirty="0"/>
                  <a:t> nằm trong MST (vì quá nặng / tạo cycle):</a:t>
                </a:r>
              </a:p>
              <a:p>
                <a:r>
                  <a:rPr lang="vi-VN" dirty="0"/>
                  <a:t>B–D (19)</a:t>
                </a:r>
              </a:p>
              <a:p>
                <a:r>
                  <a:rPr lang="vi-VN" dirty="0"/>
                  <a:t>E–H (29)</a:t>
                </a:r>
              </a:p>
              <a:p>
                <a:endParaRPr lang="en-US" dirty="0"/>
              </a:p>
            </p:txBody>
          </p:sp>
        </mc:Choice>
        <mc:Fallback>
          <p:sp>
            <p:nvSpPr>
              <p:cNvPr id="3" name="Notes Placeholder 2"/>
              <p:cNvSpPr>
                <a:spLocks noGrp="1"/>
              </p:cNvSpPr>
              <p:nvPr>
                <p:ph type="body" idx="1"/>
              </p:nvPr>
            </p:nvSpPr>
            <p:spPr/>
            <p:txBody>
              <a:bodyPr/>
              <a:lstStyle/>
              <a:p>
                <a:r>
                  <a:rPr lang="vi-VN" b="1" dirty="0"/>
                  <a:t>2) Chạy Prim từ A: chọn cạnh nào, vì sao?</a:t>
                </a:r>
              </a:p>
              <a:p>
                <a:r>
                  <a:rPr lang="vi-VN" b="1" dirty="0"/>
                  <a:t>Nguyên tắc Prim</a:t>
                </a:r>
                <a:r>
                  <a:rPr lang="vi-VN" dirty="0"/>
                  <a:t>:</a:t>
                </a:r>
                <a:br>
                  <a:rPr lang="vi-VN" dirty="0"/>
                </a:br>
                <a:r>
                  <a:rPr lang="vi-VN" dirty="0"/>
                  <a:t>Luôn chọn </a:t>
                </a:r>
                <a:r>
                  <a:rPr lang="vi-VN" b="1" dirty="0"/>
                  <a:t>cạnh nhẹ nhất</a:t>
                </a:r>
                <a:r>
                  <a:rPr lang="vi-VN" dirty="0"/>
                  <a:t> nối từ tập đỉnh </a:t>
                </a:r>
                <a:r>
                  <a:rPr lang="vi-VN" b="1" dirty="0"/>
                  <a:t>đã có trong cây</a:t>
                </a:r>
                <a:r>
                  <a:rPr lang="vi-VN" dirty="0"/>
                  <a:t> ra </a:t>
                </a:r>
                <a:r>
                  <a:rPr lang="vi-VN" b="1" dirty="0"/>
                  <a:t>một đỉnh chưa có</a:t>
                </a:r>
                <a:r>
                  <a:rPr lang="vi-VN" dirty="0"/>
                  <a:t>.</a:t>
                </a:r>
              </a:p>
              <a:p>
                <a:r>
                  <a:rPr lang="vi-VN" dirty="0"/>
                  <a:t>Ký hiệu:</a:t>
                </a:r>
              </a:p>
              <a:p>
                <a:r>
                  <a:rPr lang="vi-VN" sz="1200" kern="1200" dirty="0">
                    <a:solidFill>
                      <a:schemeClr val="tx1"/>
                    </a:solidFill>
                    <a:latin typeface="+mn-lt"/>
                    <a:ea typeface="+mn-ea"/>
                    <a:cs typeface="+mn-cs"/>
                  </a:rPr>
                  <a:t>S</a:t>
                </a:r>
                <a:r>
                  <a:rPr lang="vi-VN" dirty="0"/>
                  <a:t> = tập đỉnh đã vào MST</a:t>
                </a:r>
              </a:p>
              <a:p>
                <a:r>
                  <a:rPr lang="vi-VN" dirty="0"/>
                  <a:t>Mỗi bước: chọn cạnh nhẹ nhất “bắc cầu” từ </a:t>
                </a:r>
                <a:r>
                  <a:rPr lang="vi-VN" sz="1200" kern="1200" dirty="0">
                    <a:solidFill>
                      <a:schemeClr val="tx1"/>
                    </a:solidFill>
                    <a:latin typeface="+mn-lt"/>
                    <a:ea typeface="+mn-ea"/>
                    <a:cs typeface="+mn-cs"/>
                  </a:rPr>
                  <a:t>S</a:t>
                </a:r>
                <a:r>
                  <a:rPr lang="vi-VN" dirty="0"/>
                  <a:t> ra ngoài</a:t>
                </a:r>
              </a:p>
              <a:p>
                <a:br>
                  <a:rPr lang="vi-VN" dirty="0"/>
                </a:br>
                <a:endParaRPr lang="vi-VN" dirty="0"/>
              </a:p>
              <a:p>
                <a:r>
                  <a:rPr lang="vi-VN" b="1" dirty="0"/>
                  <a:t>Bước 0</a:t>
                </a:r>
              </a:p>
              <a:p>
                <a:r>
                  <a:rPr lang="vi-VN" dirty="0"/>
                  <a:t>Bắt đầu: </a:t>
                </a:r>
                <a:r>
                  <a:rPr lang="vi-VN" sz="1200" kern="1200" dirty="0">
                    <a:solidFill>
                      <a:schemeClr val="tx1"/>
                    </a:solidFill>
                    <a:latin typeface="+mn-lt"/>
                    <a:ea typeface="+mn-ea"/>
                    <a:cs typeface="+mn-cs"/>
                  </a:rPr>
                  <a:t>S = {A}</a:t>
                </a:r>
                <a:endParaRPr lang="vi-VN" dirty="0"/>
              </a:p>
              <a:p>
                <a:r>
                  <a:rPr lang="vi-VN" dirty="0"/>
                  <a:t>Các cạnh đi ra từ A:</a:t>
                </a:r>
              </a:p>
              <a:p>
                <a:r>
                  <a:rPr lang="vi-VN" dirty="0"/>
                  <a:t>A–C (3), A–D (6), A–H (8), A–B (9)</a:t>
                </a:r>
              </a:p>
              <a:p>
                <a:r>
                  <a:rPr lang="en-US" dirty="0"/>
                  <a:t>✅ </a:t>
                </a:r>
                <a:r>
                  <a:rPr lang="vi-VN" dirty="0"/>
                  <a:t>Chọn nhỏ nhất: </a:t>
                </a:r>
                <a:r>
                  <a:rPr lang="vi-VN" b="1" dirty="0"/>
                  <a:t>A–C (3)</a:t>
                </a:r>
                <a:br>
                  <a:rPr lang="vi-VN" dirty="0"/>
                </a:br>
                <a:r>
                  <a:rPr lang="vi-VN" dirty="0"/>
                  <a:t>→ thêm C vào cây</a:t>
                </a:r>
              </a:p>
              <a:p>
                <a:br>
                  <a:rPr lang="vi-VN" dirty="0"/>
                </a:br>
                <a:endParaRPr lang="vi-VN" dirty="0"/>
              </a:p>
              <a:p>
                <a:r>
                  <a:rPr lang="vi-VN" b="1" dirty="0"/>
                  <a:t>Bước 1</a:t>
                </a:r>
              </a:p>
              <a:p>
                <a:r>
                  <a:rPr lang="vi-VN" sz="1200" kern="1200" dirty="0">
                    <a:solidFill>
                      <a:schemeClr val="tx1"/>
                    </a:solidFill>
                    <a:latin typeface="+mn-lt"/>
                    <a:ea typeface="+mn-ea"/>
                    <a:cs typeface="+mn-cs"/>
                  </a:rPr>
                  <a:t>S = {A, C}</a:t>
                </a:r>
                <a:endParaRPr lang="vi-VN" dirty="0"/>
              </a:p>
              <a:p>
                <a:r>
                  <a:rPr lang="vi-VN" dirty="0"/>
                  <a:t>Các cạnh đi ra từ S (ra đỉnh chưa có):</a:t>
                </a:r>
              </a:p>
              <a:p>
                <a:r>
                  <a:rPr lang="vi-VN" dirty="0"/>
                  <a:t>A–D (6), A–H (8), A–B (9)</a:t>
                </a:r>
              </a:p>
              <a:p>
                <a:r>
                  <a:rPr lang="vi-VN" dirty="0"/>
                  <a:t>C–F (6)</a:t>
                </a:r>
              </a:p>
              <a:p>
                <a:r>
                  <a:rPr lang="en-US" dirty="0"/>
                  <a:t>✅ </a:t>
                </a:r>
                <a:r>
                  <a:rPr lang="vi-VN" dirty="0"/>
                  <a:t>Nhỏ nhất là 6 (có 2 cạnh): </a:t>
                </a:r>
                <a:r>
                  <a:rPr lang="vi-VN" b="1" dirty="0"/>
                  <a:t>A–D (6)</a:t>
                </a:r>
                <a:r>
                  <a:rPr lang="vi-VN" dirty="0"/>
                  <a:t> hoặc </a:t>
                </a:r>
                <a:r>
                  <a:rPr lang="vi-VN" b="1" dirty="0"/>
                  <a:t>C–F (6)</a:t>
                </a:r>
                <a:br>
                  <a:rPr lang="vi-VN" dirty="0"/>
                </a:br>
                <a:r>
                  <a:rPr lang="vi-VN" dirty="0"/>
                  <a:t>(Chọn cái nào trước cũng được; MST vẫn đúng.)</a:t>
                </a:r>
              </a:p>
              <a:p>
                <a:r>
                  <a:rPr lang="vi-VN" dirty="0"/>
                  <a:t>Mình chọn: </a:t>
                </a:r>
                <a:r>
                  <a:rPr lang="vi-VN" b="1" dirty="0"/>
                  <a:t>A–D (6)</a:t>
                </a:r>
                <a:br>
                  <a:rPr lang="vi-VN" dirty="0"/>
                </a:br>
                <a:r>
                  <a:rPr lang="vi-VN" dirty="0"/>
                  <a:t>→ thêm D</a:t>
                </a:r>
              </a:p>
              <a:p>
                <a:br>
                  <a:rPr lang="vi-VN" dirty="0"/>
                </a:br>
                <a:endParaRPr lang="vi-VN" dirty="0"/>
              </a:p>
              <a:p>
                <a:r>
                  <a:rPr lang="vi-VN" b="1" dirty="0"/>
                  <a:t>Bước 2</a:t>
                </a:r>
              </a:p>
              <a:p>
                <a:r>
                  <a:rPr lang="vi-VN" sz="1200" kern="1200" dirty="0">
                    <a:solidFill>
                      <a:schemeClr val="tx1"/>
                    </a:solidFill>
                    <a:latin typeface="+mn-lt"/>
                    <a:ea typeface="+mn-ea"/>
                    <a:cs typeface="+mn-cs"/>
                  </a:rPr>
                  <a:t>S = {A, C, D}</a:t>
                </a:r>
                <a:endParaRPr lang="vi-VN" dirty="0"/>
              </a:p>
              <a:p>
                <a:r>
                  <a:rPr lang="vi-VN" dirty="0"/>
                  <a:t>Cạnh đi ra ngoài:</a:t>
                </a:r>
              </a:p>
              <a:p>
                <a:r>
                  <a:rPr lang="vi-VN" dirty="0"/>
                  <a:t>C–F (6)</a:t>
                </a:r>
              </a:p>
              <a:p>
                <a:r>
                  <a:rPr lang="vi-VN" dirty="0"/>
                  <a:t>A–H (8)</a:t>
                </a:r>
              </a:p>
              <a:p>
                <a:r>
                  <a:rPr lang="vi-VN" dirty="0"/>
                  <a:t>A–B (9)</a:t>
                </a:r>
              </a:p>
              <a:p>
                <a:r>
                  <a:rPr lang="vi-VN" dirty="0"/>
                  <a:t>D–B (19)</a:t>
                </a:r>
              </a:p>
              <a:p>
                <a:r>
                  <a:rPr lang="en-US" dirty="0"/>
                  <a:t>✅ </a:t>
                </a:r>
                <a:r>
                  <a:rPr lang="vi-VN" dirty="0"/>
                  <a:t>Chọn: </a:t>
                </a:r>
                <a:r>
                  <a:rPr lang="vi-VN" b="1" dirty="0"/>
                  <a:t>C–F (6)</a:t>
                </a:r>
                <a:br>
                  <a:rPr lang="vi-VN" dirty="0"/>
                </a:br>
                <a:r>
                  <a:rPr lang="vi-VN" dirty="0"/>
                  <a:t>→ thêm F</a:t>
                </a:r>
              </a:p>
              <a:p>
                <a:br>
                  <a:rPr lang="vi-VN" dirty="0"/>
                </a:br>
                <a:endParaRPr lang="vi-VN" dirty="0"/>
              </a:p>
              <a:p>
                <a:r>
                  <a:rPr lang="vi-VN" b="1" dirty="0"/>
                  <a:t>Bước 3</a:t>
                </a:r>
              </a:p>
              <a:p>
                <a:r>
                  <a:rPr lang="vi-VN" sz="1200" kern="1200" dirty="0">
                    <a:solidFill>
                      <a:schemeClr val="tx1"/>
                    </a:solidFill>
                    <a:latin typeface="+mn-lt"/>
                    <a:ea typeface="+mn-ea"/>
                    <a:cs typeface="+mn-cs"/>
                  </a:rPr>
                  <a:t>S = {A, C, D, F}</a:t>
                </a:r>
                <a:endParaRPr lang="vi-VN" dirty="0"/>
              </a:p>
              <a:p>
                <a:r>
                  <a:rPr lang="vi-VN" dirty="0"/>
                  <a:t>Cạnh đi ra ngoài:</a:t>
                </a:r>
              </a:p>
              <a:p>
                <a:r>
                  <a:rPr lang="vi-VN" dirty="0"/>
                  <a:t>A–H (8)</a:t>
                </a:r>
              </a:p>
              <a:p>
                <a:r>
                  <a:rPr lang="vi-VN" dirty="0"/>
                  <a:t>A–B (9)</a:t>
                </a:r>
              </a:p>
              <a:p>
                <a:r>
                  <a:rPr lang="vi-VN" dirty="0"/>
                  <a:t>D–B (19)</a:t>
                </a:r>
              </a:p>
              <a:p>
                <a:r>
                  <a:rPr lang="en-US" dirty="0"/>
                  <a:t>✅ </a:t>
                </a:r>
                <a:r>
                  <a:rPr lang="vi-VN" dirty="0"/>
                  <a:t>Chọn: </a:t>
                </a:r>
                <a:r>
                  <a:rPr lang="vi-VN" b="1" dirty="0"/>
                  <a:t>A–H (8)</a:t>
                </a:r>
                <a:br>
                  <a:rPr lang="vi-VN" dirty="0"/>
                </a:br>
                <a:r>
                  <a:rPr lang="vi-VN" dirty="0"/>
                  <a:t>→ thêm H</a:t>
                </a:r>
              </a:p>
              <a:p>
                <a:br>
                  <a:rPr lang="vi-VN" dirty="0"/>
                </a:br>
                <a:endParaRPr lang="vi-VN" dirty="0"/>
              </a:p>
              <a:p>
                <a:r>
                  <a:rPr lang="vi-VN" b="1" dirty="0"/>
                  <a:t>Bước 4</a:t>
                </a:r>
              </a:p>
              <a:p>
                <a:r>
                  <a:rPr lang="vi-VN" sz="1200" kern="1200" dirty="0">
                    <a:solidFill>
                      <a:schemeClr val="tx1"/>
                    </a:solidFill>
                    <a:latin typeface="+mn-lt"/>
                    <a:ea typeface="+mn-ea"/>
                    <a:cs typeface="+mn-cs"/>
                  </a:rPr>
                  <a:t>S = {A, C, D, F, H}</a:t>
                </a:r>
                <a:endParaRPr lang="vi-VN" dirty="0"/>
              </a:p>
              <a:p>
                <a:r>
                  <a:rPr lang="vi-VN" dirty="0"/>
                  <a:t>Cạnh đi ra ngoài:</a:t>
                </a:r>
              </a:p>
              <a:p>
                <a:r>
                  <a:rPr lang="vi-VN" dirty="0"/>
                  <a:t>A–B (9)</a:t>
                </a:r>
              </a:p>
              <a:p>
                <a:r>
                  <a:rPr lang="vi-VN" dirty="0"/>
                  <a:t>D–B (19)</a:t>
                </a:r>
              </a:p>
              <a:p>
                <a:r>
                  <a:rPr lang="vi-VN" dirty="0"/>
                  <a:t>H–E (29)</a:t>
                </a:r>
              </a:p>
              <a:p>
                <a:r>
                  <a:rPr lang="en-US" dirty="0"/>
                  <a:t>✅ </a:t>
                </a:r>
                <a:r>
                  <a:rPr lang="vi-VN" dirty="0"/>
                  <a:t>Chọn: </a:t>
                </a:r>
                <a:r>
                  <a:rPr lang="vi-VN" b="1" dirty="0"/>
                  <a:t>A–B (9)</a:t>
                </a:r>
                <a:br>
                  <a:rPr lang="vi-VN" dirty="0"/>
                </a:br>
                <a:r>
                  <a:rPr lang="vi-VN" dirty="0"/>
                  <a:t>→ thêm B</a:t>
                </a:r>
              </a:p>
              <a:p>
                <a:br>
                  <a:rPr lang="vi-VN" dirty="0"/>
                </a:br>
                <a:endParaRPr lang="vi-VN" dirty="0"/>
              </a:p>
              <a:p>
                <a:r>
                  <a:rPr lang="vi-VN" b="1" dirty="0"/>
                  <a:t>Bước 5</a:t>
                </a:r>
              </a:p>
              <a:p>
                <a:r>
                  <a:rPr lang="vi-VN" sz="1200" kern="1200" dirty="0">
                    <a:solidFill>
                      <a:schemeClr val="tx1"/>
                    </a:solidFill>
                    <a:latin typeface="+mn-lt"/>
                    <a:ea typeface="+mn-ea"/>
                    <a:cs typeface="+mn-cs"/>
                  </a:rPr>
                  <a:t>S = {A, B, C, D, F, H}</a:t>
                </a:r>
                <a:endParaRPr lang="vi-VN" dirty="0"/>
              </a:p>
              <a:p>
                <a:r>
                  <a:rPr lang="vi-VN" dirty="0"/>
                  <a:t>Cạnh đi ra ngoài (để nối E):</a:t>
                </a:r>
              </a:p>
              <a:p>
                <a:r>
                  <a:rPr lang="vi-VN" dirty="0"/>
                  <a:t>B–E (7)</a:t>
                </a:r>
              </a:p>
              <a:p>
                <a:r>
                  <a:rPr lang="vi-VN" dirty="0"/>
                  <a:t>H–E (29)</a:t>
                </a:r>
              </a:p>
              <a:p>
                <a:r>
                  <a:rPr lang="en-US" dirty="0"/>
                  <a:t>✅ </a:t>
                </a:r>
                <a:r>
                  <a:rPr lang="vi-VN" dirty="0"/>
                  <a:t>Chọn: </a:t>
                </a:r>
                <a:r>
                  <a:rPr lang="vi-VN" b="1" dirty="0"/>
                  <a:t>B–E (7)</a:t>
                </a:r>
                <a:br>
                  <a:rPr lang="vi-VN" dirty="0"/>
                </a:br>
                <a:r>
                  <a:rPr lang="vi-VN" dirty="0"/>
                  <a:t>→ thêm E</a:t>
                </a:r>
              </a:p>
              <a:p>
                <a:br>
                  <a:rPr lang="vi-VN" dirty="0"/>
                </a:br>
                <a:endParaRPr lang="vi-VN" dirty="0"/>
              </a:p>
              <a:p>
                <a:r>
                  <a:rPr lang="en-US" b="1" dirty="0"/>
                  <a:t>✅ </a:t>
                </a:r>
                <a:r>
                  <a:rPr lang="vi-VN" b="1" dirty="0"/>
                  <a:t>Kết quả MST (Prim start từ A)</a:t>
                </a:r>
              </a:p>
              <a:p>
                <a:r>
                  <a:rPr lang="vi-VN" dirty="0"/>
                  <a:t>Các cạnh MST đã chọn:</a:t>
                </a:r>
              </a:p>
              <a:p>
                <a:r>
                  <a:rPr lang="vi-VN" b="1" dirty="0"/>
                  <a:t>A–C (3)</a:t>
                </a:r>
                <a:endParaRPr lang="vi-VN" dirty="0"/>
              </a:p>
              <a:p>
                <a:r>
                  <a:rPr lang="vi-VN" b="1" dirty="0"/>
                  <a:t>A–D (6)</a:t>
                </a:r>
                <a:endParaRPr lang="vi-VN" dirty="0"/>
              </a:p>
              <a:p>
                <a:r>
                  <a:rPr lang="vi-VN" b="1" dirty="0"/>
                  <a:t>C–F (6)</a:t>
                </a:r>
                <a:endParaRPr lang="vi-VN" dirty="0"/>
              </a:p>
              <a:p>
                <a:r>
                  <a:rPr lang="vi-VN" b="1" dirty="0"/>
                  <a:t>A–H (8)</a:t>
                </a:r>
                <a:endParaRPr lang="vi-VN" dirty="0"/>
              </a:p>
              <a:p>
                <a:r>
                  <a:rPr lang="vi-VN" b="1" dirty="0"/>
                  <a:t>A–B (9)</a:t>
                </a:r>
                <a:endParaRPr lang="vi-VN" dirty="0"/>
              </a:p>
              <a:p>
                <a:r>
                  <a:rPr lang="vi-VN" b="1" dirty="0"/>
                  <a:t>B–E (7)</a:t>
                </a:r>
                <a:endParaRPr lang="vi-VN" dirty="0"/>
              </a:p>
              <a:p>
                <a:r>
                  <a:rPr lang="vi-VN" dirty="0"/>
                  <a:t>Tổng trọng số:</a:t>
                </a:r>
              </a:p>
              <a:p>
                <a:r>
                  <a:rPr lang="vi-VN" sz="1200" i="0" kern="1200">
                    <a:solidFill>
                      <a:schemeClr val="tx1"/>
                    </a:solidFill>
                    <a:latin typeface="+mn-lt"/>
                    <a:ea typeface="+mn-ea"/>
                    <a:cs typeface="+mn-cs"/>
                  </a:rPr>
                  <a:t>3+6+6+8+9+7=39</a:t>
                </a:r>
                <a:endParaRPr lang="vi-VN" dirty="0"/>
              </a:p>
              <a:p>
                <a:r>
                  <a:rPr lang="en-US" dirty="0"/>
                  <a:t>📌 </a:t>
                </a:r>
                <a:r>
                  <a:rPr lang="vi-VN" dirty="0"/>
                  <a:t>Hai cạnh </a:t>
                </a:r>
                <a:r>
                  <a:rPr lang="vi-VN" b="1" dirty="0"/>
                  <a:t>KHÔNG</a:t>
                </a:r>
                <a:r>
                  <a:rPr lang="vi-VN" dirty="0"/>
                  <a:t> nằm trong MST (vì quá nặng / tạo cycle):</a:t>
                </a:r>
              </a:p>
              <a:p>
                <a:r>
                  <a:rPr lang="vi-VN" dirty="0"/>
                  <a:t>B–D (19)</a:t>
                </a:r>
              </a:p>
              <a:p>
                <a:r>
                  <a:rPr lang="vi-VN" dirty="0"/>
                  <a:t>E–H (29)</a:t>
                </a:r>
              </a:p>
              <a:p>
                <a:endParaRPr lang="en-US" dirty="0"/>
              </a:p>
            </p:txBody>
          </p:sp>
        </mc:Fallback>
      </mc:AlternateContent>
      <p:sp>
        <p:nvSpPr>
          <p:cNvPr id="4" name="Slide Number Placeholder 3"/>
          <p:cNvSpPr>
            <a:spLocks noGrp="1"/>
          </p:cNvSpPr>
          <p:nvPr>
            <p:ph type="sldNum" sz="quarter" idx="5"/>
          </p:nvPr>
        </p:nvSpPr>
        <p:spPr/>
        <p:txBody>
          <a:bodyPr/>
          <a:lstStyle/>
          <a:p>
            <a:fld id="{93B336D0-BB87-4158-9DDA-BA914A234D18}" type="slidenum">
              <a:rPr lang="en-US" smtClean="0"/>
              <a:t>10</a:t>
            </a:fld>
            <a:endParaRPr lang="en-US"/>
          </a:p>
        </p:txBody>
      </p:sp>
    </p:spTree>
    <p:extLst>
      <p:ext uri="{BB962C8B-B14F-4D97-AF65-F5344CB8AC3E}">
        <p14:creationId xmlns:p14="http://schemas.microsoft.com/office/powerpoint/2010/main" val="100653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7434E-E447-D2EA-89C6-5A32E720FE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C19B50-41B7-3AA9-2E08-5E97693C9E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637BCA-1903-493D-873B-DA2784EE22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84F94B-5586-B01F-E2DF-3CBF21274DB2}"/>
              </a:ext>
            </a:extLst>
          </p:cNvPr>
          <p:cNvSpPr>
            <a:spLocks noGrp="1"/>
          </p:cNvSpPr>
          <p:nvPr>
            <p:ph type="sldNum" sz="quarter" idx="5"/>
          </p:nvPr>
        </p:nvSpPr>
        <p:spPr/>
        <p:txBody>
          <a:bodyPr/>
          <a:lstStyle/>
          <a:p>
            <a:fld id="{93B336D0-BB87-4158-9DDA-BA914A234D18}" type="slidenum">
              <a:rPr lang="en-US" smtClean="0"/>
              <a:t>11</a:t>
            </a:fld>
            <a:endParaRPr lang="en-US"/>
          </a:p>
        </p:txBody>
      </p:sp>
    </p:spTree>
    <p:extLst>
      <p:ext uri="{BB962C8B-B14F-4D97-AF65-F5344CB8AC3E}">
        <p14:creationId xmlns:p14="http://schemas.microsoft.com/office/powerpoint/2010/main" val="732185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a:t>
            </a:r>
            <a:r>
              <a:rPr lang="vi-VN" b="1" dirty="0"/>
              <a:t>Kịch bản giảng</a:t>
            </a:r>
          </a:p>
          <a:p>
            <a:r>
              <a:rPr lang="vi-VN" i="1" dirty="0"/>
              <a:t>“Prim là một thuật toán greedy.”</a:t>
            </a:r>
            <a:endParaRPr lang="vi-VN" dirty="0"/>
          </a:p>
          <a:p>
            <a:r>
              <a:rPr lang="vi-VN" dirty="0"/>
              <a:t>Greedy nghĩa là gì?</a:t>
            </a:r>
          </a:p>
          <a:p>
            <a:r>
              <a:rPr lang="vi-VN" dirty="0"/>
              <a:t>Mỗi bước </a:t>
            </a:r>
            <a:r>
              <a:rPr lang="vi-VN" b="1" dirty="0"/>
              <a:t>chọn phương án tốt nhất ngay lúc đó</a:t>
            </a:r>
            <a:endParaRPr lang="vi-VN" dirty="0"/>
          </a:p>
          <a:p>
            <a:r>
              <a:rPr lang="vi-VN" b="1" dirty="0"/>
              <a:t>Không nhìn xa</a:t>
            </a:r>
            <a:endParaRPr lang="vi-VN" dirty="0"/>
          </a:p>
          <a:p>
            <a:r>
              <a:rPr lang="vi-VN" b="1" dirty="0"/>
              <a:t>Không quay lại sửa quyết định</a:t>
            </a:r>
            <a:endParaRPr lang="vi-VN" dirty="0"/>
          </a:p>
          <a:p>
            <a:r>
              <a:rPr lang="en-US" dirty="0"/>
              <a:t>📌 </a:t>
            </a:r>
            <a:r>
              <a:rPr lang="vi-VN" dirty="0"/>
              <a:t>Khi đã chọn một cạnh → </a:t>
            </a:r>
            <a:r>
              <a:rPr lang="vi-VN" b="1" dirty="0"/>
              <a:t>không bao giờ bỏ lại</a:t>
            </a:r>
            <a:endParaRPr lang="vi-VN" dirty="0"/>
          </a:p>
          <a:p>
            <a:br>
              <a:rPr lang="vi-VN" dirty="0"/>
            </a:br>
            <a:endParaRPr lang="vi-VN" dirty="0"/>
          </a:p>
          <a:p>
            <a:r>
              <a:rPr lang="vi-VN" b="1" dirty="0"/>
              <a:t>⚠️ Vấn đề lớn của greedy</a:t>
            </a:r>
          </a:p>
          <a:p>
            <a:r>
              <a:rPr lang="vi-VN" i="1" dirty="0"/>
              <a:t>“Thông thường, greedy rất hay… sai.”</a:t>
            </a:r>
            <a:endParaRPr lang="vi-VN" dirty="0"/>
          </a:p>
          <a:p>
            <a:r>
              <a:rPr lang="vi-VN" dirty="0"/>
              <a:t>Ví dụ:</a:t>
            </a:r>
          </a:p>
          <a:p>
            <a:r>
              <a:rPr lang="vi-VN" dirty="0"/>
              <a:t>Bài toán cái túi (knapsack)</a:t>
            </a:r>
          </a:p>
          <a:p>
            <a:r>
              <a:rPr lang="vi-VN" dirty="0"/>
              <a:t>Bài toán lập lịch</a:t>
            </a:r>
          </a:p>
          <a:p>
            <a:r>
              <a:rPr lang="vi-VN" dirty="0"/>
              <a:t>Bài toán đường đi tổng quát</a:t>
            </a:r>
          </a:p>
          <a:p>
            <a:r>
              <a:rPr lang="en-US" dirty="0"/>
              <a:t>👉 </a:t>
            </a:r>
            <a:r>
              <a:rPr lang="vi-VN" dirty="0"/>
              <a:t>Chọn tốt nhất tại chỗ </a:t>
            </a:r>
            <a:r>
              <a:rPr lang="vi-VN" b="1" dirty="0"/>
              <a:t>không đảm bảo tối ưu toàn cục</a:t>
            </a:r>
            <a:endParaRPr lang="vi-VN" dirty="0"/>
          </a:p>
          <a:p>
            <a:br>
              <a:rPr lang="vi-VN" dirty="0"/>
            </a:br>
            <a:endParaRPr lang="vi-VN" dirty="0"/>
          </a:p>
          <a:p>
            <a:r>
              <a:rPr lang="en-US" b="1" dirty="0"/>
              <a:t>❓ </a:t>
            </a:r>
            <a:r>
              <a:rPr lang="vi-VN" b="1" dirty="0"/>
              <a:t>Vậy tại sao Prim lại đúng?</a:t>
            </a:r>
          </a:p>
          <a:p>
            <a:r>
              <a:rPr lang="vi-VN" i="1" dirty="0"/>
              <a:t>“Câu trả lời nằm ở các tính chất đặc biệt của MST.”</a:t>
            </a:r>
            <a:endParaRPr lang="vi-VN" dirty="0"/>
          </a:p>
          <a:p>
            <a:br>
              <a:rPr lang="vi-VN" dirty="0"/>
            </a:br>
            <a:endParaRPr lang="vi-VN" dirty="0"/>
          </a:p>
          <a:p>
            <a:r>
              <a:rPr lang="en-US" b="1" dirty="0"/>
              <a:t>🌳 </a:t>
            </a:r>
            <a:r>
              <a:rPr lang="vi-VN" b="1" dirty="0"/>
              <a:t>Tính chất 1: MST không có chu trình</a:t>
            </a:r>
          </a:p>
          <a:p>
            <a:r>
              <a:rPr lang="vi-VN" dirty="0"/>
              <a:t>Nếu có chu trình:</a:t>
            </a:r>
          </a:p>
          <a:p>
            <a:pPr lvl="1"/>
            <a:r>
              <a:rPr lang="vi-VN" dirty="0"/>
              <a:t>Luôn bỏ được 1 cạnh</a:t>
            </a:r>
          </a:p>
          <a:p>
            <a:pPr lvl="1"/>
            <a:r>
              <a:rPr lang="vi-VN" dirty="0"/>
              <a:t>Tổng trọng số giảm</a:t>
            </a:r>
            <a:br>
              <a:rPr lang="vi-VN" dirty="0"/>
            </a:br>
            <a:r>
              <a:rPr lang="en-US" dirty="0"/>
              <a:t>👉 </a:t>
            </a:r>
            <a:r>
              <a:rPr lang="vi-VN" dirty="0"/>
              <a:t>Chu trình </a:t>
            </a:r>
            <a:r>
              <a:rPr lang="vi-VN" b="1" dirty="0"/>
              <a:t>luôn là dư thừa</a:t>
            </a:r>
            <a:endParaRPr lang="vi-VN" dirty="0"/>
          </a:p>
          <a:p>
            <a:r>
              <a:rPr lang="en-US" dirty="0"/>
              <a:t>📌 </a:t>
            </a:r>
            <a:r>
              <a:rPr lang="vi-VN" dirty="0"/>
              <a:t>Điều này cho phép ta:</a:t>
            </a:r>
          </a:p>
          <a:p>
            <a:r>
              <a:rPr lang="vi-VN" dirty="0"/>
              <a:t>Thêm cạnh </a:t>
            </a:r>
            <a:r>
              <a:rPr lang="vi-VN" b="1" dirty="0"/>
              <a:t>mà không sợ hối hận</a:t>
            </a:r>
            <a:endParaRPr lang="vi-VN" dirty="0"/>
          </a:p>
          <a:p>
            <a:br>
              <a:rPr lang="vi-VN" dirty="0"/>
            </a:br>
            <a:endParaRPr lang="vi-VN" dirty="0"/>
          </a:p>
          <a:p>
            <a:r>
              <a:rPr lang="vi-VN" b="1" dirty="0"/>
              <a:t>✂️ Tính chất 2: Cut Property (ý tưởng, chưa chứng minh)</a:t>
            </a:r>
          </a:p>
          <a:p>
            <a:r>
              <a:rPr lang="vi-VN" dirty="0"/>
              <a:t>Chia đồ thị thành 2 phần:</a:t>
            </a:r>
          </a:p>
          <a:p>
            <a:r>
              <a:rPr lang="vi-VN" dirty="0"/>
              <a:t>Phần đã xây (cây hiện tại)</a:t>
            </a:r>
          </a:p>
          <a:p>
            <a:r>
              <a:rPr lang="vi-VN" dirty="0"/>
              <a:t>Phần chưa xây</a:t>
            </a:r>
          </a:p>
          <a:p>
            <a:r>
              <a:rPr lang="en-US" dirty="0"/>
              <a:t>👉 </a:t>
            </a:r>
            <a:r>
              <a:rPr lang="vi-VN" b="1" dirty="0"/>
              <a:t>Cạnh nhẹ nhất nối qua hai phần này</a:t>
            </a:r>
            <a:endParaRPr lang="vi-VN" dirty="0"/>
          </a:p>
          <a:p>
            <a:r>
              <a:rPr lang="vi-VN" b="1" dirty="0"/>
              <a:t>Luôn thuộc một MST</a:t>
            </a:r>
            <a:endParaRPr lang="vi-VN" dirty="0"/>
          </a:p>
          <a:p>
            <a:r>
              <a:rPr lang="en-US" dirty="0"/>
              <a:t>📌 </a:t>
            </a:r>
            <a:r>
              <a:rPr lang="vi-VN" dirty="0"/>
              <a:t>Prim chính là:</a:t>
            </a:r>
          </a:p>
          <a:p>
            <a:r>
              <a:rPr lang="vi-VN" dirty="0"/>
              <a:t>Luôn chọn “cạnh nhẹ nhất bắc qua ranh giới”</a:t>
            </a:r>
          </a:p>
          <a:p>
            <a:br>
              <a:rPr lang="vi-VN" dirty="0"/>
            </a:br>
            <a:endParaRPr lang="vi-VN" dirty="0"/>
          </a:p>
          <a:p>
            <a:r>
              <a:rPr lang="en-US" b="1" dirty="0"/>
              <a:t>🧠 </a:t>
            </a:r>
            <a:r>
              <a:rPr lang="vi-VN" b="1" dirty="0"/>
              <a:t>Hệ quả cực kỳ quan trọng</a:t>
            </a:r>
          </a:p>
          <a:p>
            <a:r>
              <a:rPr lang="vi-VN" i="1" dirty="0"/>
              <a:t>“Nếu cạnh đó chắc chắn nằm trong một MST,</a:t>
            </a:r>
            <a:br>
              <a:rPr lang="vi-VN" i="1" dirty="0"/>
            </a:br>
            <a:r>
              <a:rPr lang="vi-VN" i="1" dirty="0"/>
              <a:t>thì chọn nó ngay là an toàn.”</a:t>
            </a:r>
            <a:endParaRPr lang="vi-VN" dirty="0"/>
          </a:p>
          <a:p>
            <a:r>
              <a:rPr lang="en-US" dirty="0"/>
              <a:t>👉 </a:t>
            </a:r>
            <a:r>
              <a:rPr lang="vi-VN" b="1" dirty="0"/>
              <a:t>Không cần xem lại</a:t>
            </a:r>
            <a:br>
              <a:rPr lang="vi-VN" dirty="0"/>
            </a:br>
            <a:r>
              <a:rPr lang="en-US" dirty="0"/>
              <a:t>👉 </a:t>
            </a:r>
            <a:r>
              <a:rPr lang="vi-VN" b="1" dirty="0"/>
              <a:t>Không cần backtracking</a:t>
            </a:r>
            <a:br>
              <a:rPr lang="vi-VN" dirty="0"/>
            </a:br>
            <a:r>
              <a:rPr lang="en-US" dirty="0"/>
              <a:t>👉 </a:t>
            </a:r>
            <a:r>
              <a:rPr lang="vi-VN" b="1" dirty="0"/>
              <a:t>Greedy trở thành đúng</a:t>
            </a:r>
            <a:endParaRPr lang="vi-VN" dirty="0"/>
          </a:p>
          <a:p>
            <a:br>
              <a:rPr lang="vi-VN" dirty="0"/>
            </a:br>
            <a:endParaRPr lang="vi-VN" dirty="0"/>
          </a:p>
          <a:p>
            <a:r>
              <a:rPr lang="en-US" b="1" dirty="0"/>
              <a:t>✨ </a:t>
            </a:r>
            <a:r>
              <a:rPr lang="vi-VN" b="1" dirty="0"/>
              <a:t>Vì sao có hơn một greedy algorithm?</a:t>
            </a:r>
          </a:p>
          <a:p>
            <a:r>
              <a:rPr lang="vi-VN" dirty="0"/>
              <a:t>Prim:</a:t>
            </a:r>
          </a:p>
          <a:p>
            <a:pPr lvl="1"/>
            <a:r>
              <a:rPr lang="vi-VN" dirty="0"/>
              <a:t>Greedy theo </a:t>
            </a:r>
            <a:r>
              <a:rPr lang="vi-VN" b="1" dirty="0"/>
              <a:t>đỉnh</a:t>
            </a:r>
            <a:endParaRPr lang="vi-VN" dirty="0"/>
          </a:p>
          <a:p>
            <a:r>
              <a:rPr lang="vi-VN" dirty="0"/>
              <a:t>Kruskal:</a:t>
            </a:r>
          </a:p>
          <a:p>
            <a:pPr lvl="1"/>
            <a:r>
              <a:rPr lang="vi-VN" dirty="0"/>
              <a:t>Greedy theo </a:t>
            </a:r>
            <a:r>
              <a:rPr lang="vi-VN" b="1" dirty="0"/>
              <a:t>cạnh</a:t>
            </a:r>
            <a:endParaRPr lang="vi-VN" dirty="0"/>
          </a:p>
          <a:p>
            <a:r>
              <a:rPr lang="en-US" dirty="0"/>
              <a:t>📌 </a:t>
            </a:r>
            <a:r>
              <a:rPr lang="vi-VN" dirty="0"/>
              <a:t>Nhưng cả hai đều:</a:t>
            </a:r>
          </a:p>
          <a:p>
            <a:r>
              <a:rPr lang="vi-VN" dirty="0"/>
              <a:t>Dựa trên </a:t>
            </a:r>
            <a:r>
              <a:rPr lang="vi-VN" b="1" dirty="0"/>
              <a:t>tính chất cắt (cut property)</a:t>
            </a:r>
            <a:endParaRPr lang="vi-VN" dirty="0"/>
          </a:p>
          <a:p>
            <a:r>
              <a:rPr lang="vi-VN" dirty="0"/>
              <a:t>Nên đều tìm được MST</a:t>
            </a:r>
          </a:p>
          <a:p>
            <a:br>
              <a:rPr lang="vi-VN" dirty="0"/>
            </a:br>
            <a:endParaRPr lang="vi-VN" dirty="0"/>
          </a:p>
          <a:p>
            <a:r>
              <a:rPr lang="en-US" b="1" dirty="0"/>
              <a:t>🧠 </a:t>
            </a:r>
            <a:r>
              <a:rPr lang="vi-VN" b="1" dirty="0"/>
              <a:t>CÂU CHỐT (NÊN NHẤN MẠNH CHO SINH VIÊN)</a:t>
            </a:r>
          </a:p>
          <a:p>
            <a:r>
              <a:rPr lang="vi-VN" dirty="0"/>
              <a:t>“Greedy thường thất bại,</a:t>
            </a:r>
            <a:br>
              <a:rPr lang="vi-VN" dirty="0"/>
            </a:br>
            <a:r>
              <a:rPr lang="vi-VN" dirty="0"/>
              <a:t>nhưng MST là một trong những bài toán hiếm hoi mà greedy luôn đúng.”</a:t>
            </a:r>
          </a:p>
          <a:p>
            <a:r>
              <a:rPr lang="vi-VN" dirty="0"/>
              <a:t>Hoặc câu rất hay để kết bài:</a:t>
            </a:r>
          </a:p>
          <a:p>
            <a:r>
              <a:rPr lang="vi-VN" dirty="0"/>
              <a:t>“MST is special — greedy is safe here.”</a:t>
            </a:r>
          </a:p>
          <a:p>
            <a:endParaRPr lang="en-US" dirty="0"/>
          </a:p>
        </p:txBody>
      </p:sp>
      <p:sp>
        <p:nvSpPr>
          <p:cNvPr id="4" name="Slide Number Placeholder 3"/>
          <p:cNvSpPr>
            <a:spLocks noGrp="1"/>
          </p:cNvSpPr>
          <p:nvPr>
            <p:ph type="sldNum" sz="quarter" idx="5"/>
          </p:nvPr>
        </p:nvSpPr>
        <p:spPr/>
        <p:txBody>
          <a:bodyPr/>
          <a:lstStyle/>
          <a:p>
            <a:fld id="{93B336D0-BB87-4158-9DDA-BA914A234D18}" type="slidenum">
              <a:rPr lang="en-US" smtClean="0"/>
              <a:t>12</a:t>
            </a:fld>
            <a:endParaRPr lang="en-US"/>
          </a:p>
        </p:txBody>
      </p:sp>
    </p:spTree>
    <p:extLst>
      <p:ext uri="{BB962C8B-B14F-4D97-AF65-F5344CB8AC3E}">
        <p14:creationId xmlns:p14="http://schemas.microsoft.com/office/powerpoint/2010/main" val="771093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vi-VN" dirty="0"/>
            </a:br>
            <a:endParaRPr lang="vi-VN" dirty="0"/>
          </a:p>
          <a:p>
            <a:r>
              <a:rPr lang="vi-VN" b="1" dirty="0"/>
              <a:t>1️⃣ Prim: suy nghĩ theo đỉnh (vertex by vertex)</a:t>
            </a:r>
          </a:p>
          <a:p>
            <a:r>
              <a:rPr lang="vi-VN" b="1" dirty="0"/>
              <a:t>Ý tưởng của Prim</a:t>
            </a:r>
          </a:p>
          <a:p>
            <a:r>
              <a:rPr lang="vi-VN" dirty="0"/>
              <a:t>Bắt đầu từ </a:t>
            </a:r>
            <a:r>
              <a:rPr lang="vi-VN" b="1" dirty="0"/>
              <a:t>một đỉnh duy nhất</a:t>
            </a:r>
            <a:endParaRPr lang="vi-VN" dirty="0"/>
          </a:p>
          <a:p>
            <a:r>
              <a:rPr lang="vi-VN" dirty="0"/>
              <a:t>Mỗi bước:</a:t>
            </a:r>
          </a:p>
          <a:p>
            <a:pPr lvl="1"/>
            <a:r>
              <a:rPr lang="vi-VN" dirty="0"/>
              <a:t>Nhìn ra ngoài cây hiện tại</a:t>
            </a:r>
          </a:p>
          <a:p>
            <a:pPr lvl="1"/>
            <a:r>
              <a:rPr lang="vi-VN" b="1" dirty="0"/>
              <a:t>Chọn đỉnh gần nhất</a:t>
            </a:r>
            <a:r>
              <a:rPr lang="vi-VN" dirty="0"/>
              <a:t> (qua cạnh nhẹ nhất)</a:t>
            </a:r>
          </a:p>
          <a:p>
            <a:pPr lvl="1"/>
            <a:r>
              <a:rPr lang="vi-VN" dirty="0"/>
              <a:t>Thêm đỉnh đó vào cây</a:t>
            </a:r>
          </a:p>
          <a:p>
            <a:r>
              <a:rPr lang="en-US" dirty="0"/>
              <a:t>👉 </a:t>
            </a:r>
            <a:r>
              <a:rPr lang="vi-VN" dirty="0"/>
              <a:t>Cây MST </a:t>
            </a:r>
            <a:r>
              <a:rPr lang="vi-VN" b="1" dirty="0"/>
              <a:t>lớn dần từng đỉnh một</a:t>
            </a:r>
            <a:endParaRPr lang="vi-VN" dirty="0"/>
          </a:p>
          <a:p>
            <a:r>
              <a:rPr lang="vi-VN" b="1" dirty="0"/>
              <a:t>Trực giác</a:t>
            </a:r>
          </a:p>
          <a:p>
            <a:r>
              <a:rPr lang="vi-VN" dirty="0"/>
              <a:t>“Mình đang đứng trong một vùng đã có điện.</a:t>
            </a:r>
            <a:br>
              <a:rPr lang="vi-VN" dirty="0"/>
            </a:br>
            <a:r>
              <a:rPr lang="vi-VN" dirty="0"/>
              <a:t>Bây giờ nối thêm </a:t>
            </a:r>
            <a:r>
              <a:rPr lang="vi-VN" b="1" dirty="0"/>
              <a:t>thành phố gần nhất</a:t>
            </a:r>
            <a:r>
              <a:rPr lang="vi-VN" dirty="0"/>
              <a:t> vào vùng này.”</a:t>
            </a:r>
          </a:p>
          <a:p>
            <a:r>
              <a:rPr lang="en-US" dirty="0"/>
              <a:t>📌 </a:t>
            </a:r>
            <a:r>
              <a:rPr lang="vi-VN" dirty="0"/>
              <a:t>Vì vậy slide nói:</a:t>
            </a:r>
          </a:p>
          <a:p>
            <a:r>
              <a:rPr lang="vi-VN" i="1" dirty="0"/>
              <a:t>Prim thinks vertex by vertex.</a:t>
            </a:r>
            <a:endParaRPr lang="vi-VN" dirty="0"/>
          </a:p>
          <a:p>
            <a:br>
              <a:rPr lang="vi-VN" dirty="0"/>
            </a:br>
            <a:endParaRPr lang="vi-VN" dirty="0"/>
          </a:p>
          <a:p>
            <a:r>
              <a:rPr lang="vi-VN" b="1" dirty="0"/>
              <a:t>2️⃣ Đặt câu hỏi quan trọng (điểm chuyển slide)</a:t>
            </a:r>
          </a:p>
          <a:p>
            <a:r>
              <a:rPr lang="vi-VN" b="1" dirty="0"/>
              <a:t>What if you think edge by edge instead?</a:t>
            </a:r>
            <a:br>
              <a:rPr lang="vi-VN" dirty="0"/>
            </a:br>
            <a:r>
              <a:rPr lang="vi-VN" dirty="0"/>
              <a:t>(Nếu không nghĩ theo đỉnh, mà nghĩ theo cạnh thì sao?)</a:t>
            </a:r>
          </a:p>
          <a:p>
            <a:r>
              <a:rPr lang="en-US" dirty="0"/>
              <a:t>👉 </a:t>
            </a:r>
            <a:r>
              <a:rPr lang="vi-VN" dirty="0"/>
              <a:t>Đây là câu hỏi dẫn sang </a:t>
            </a:r>
            <a:r>
              <a:rPr lang="vi-VN" b="1" dirty="0"/>
              <a:t>Kruskal</a:t>
            </a:r>
            <a:endParaRPr lang="vi-VN" dirty="0"/>
          </a:p>
          <a:p>
            <a:br>
              <a:rPr lang="vi-VN" dirty="0"/>
            </a:br>
            <a:endParaRPr lang="vi-VN" dirty="0"/>
          </a:p>
          <a:p>
            <a:r>
              <a:rPr lang="vi-VN" b="1" dirty="0"/>
              <a:t>3️⃣ Kruskal: suy nghĩ theo cạnh (edge by edge)</a:t>
            </a:r>
          </a:p>
          <a:p>
            <a:r>
              <a:rPr lang="vi-VN" b="1" dirty="0"/>
              <a:t>Ý tưởng của Kruskal</a:t>
            </a:r>
          </a:p>
          <a:p>
            <a:r>
              <a:rPr lang="vi-VN" b="1" dirty="0"/>
              <a:t>Không bắt đầu từ đỉnh</a:t>
            </a:r>
            <a:endParaRPr lang="vi-VN" dirty="0"/>
          </a:p>
          <a:p>
            <a:r>
              <a:rPr lang="vi-VN" dirty="0"/>
              <a:t>Nhìn </a:t>
            </a:r>
            <a:r>
              <a:rPr lang="vi-VN" b="1" dirty="0"/>
              <a:t>toàn bộ các cạnh</a:t>
            </a:r>
            <a:endParaRPr lang="vi-VN" dirty="0"/>
          </a:p>
          <a:p>
            <a:r>
              <a:rPr lang="vi-VN" dirty="0"/>
              <a:t>Làm như sau:</a:t>
            </a:r>
          </a:p>
          <a:p>
            <a:pPr lvl="1"/>
            <a:r>
              <a:rPr lang="vi-VN" dirty="0"/>
              <a:t>Sắp xếp các cạnh theo </a:t>
            </a:r>
            <a:r>
              <a:rPr lang="vi-VN" b="1" dirty="0"/>
              <a:t>trọng số tăng dần</a:t>
            </a:r>
            <a:endParaRPr lang="vi-VN" dirty="0"/>
          </a:p>
          <a:p>
            <a:pPr lvl="1"/>
            <a:r>
              <a:rPr lang="vi-VN" dirty="0"/>
              <a:t>Lần lượt xét từng cạnh:</a:t>
            </a:r>
          </a:p>
          <a:p>
            <a:pPr lvl="2"/>
            <a:r>
              <a:rPr lang="vi-VN" dirty="0"/>
              <a:t>Nếu </a:t>
            </a:r>
            <a:r>
              <a:rPr lang="vi-VN" b="1" dirty="0"/>
              <a:t>nối được hai thành phần khác nhau</a:t>
            </a:r>
            <a:r>
              <a:rPr lang="vi-VN" dirty="0"/>
              <a:t> → thêm</a:t>
            </a:r>
          </a:p>
          <a:p>
            <a:pPr lvl="2"/>
            <a:r>
              <a:rPr lang="vi-VN" dirty="0"/>
              <a:t>Nếu </a:t>
            </a:r>
            <a:r>
              <a:rPr lang="vi-VN" b="1" dirty="0"/>
              <a:t>tạo chu trình</a:t>
            </a:r>
            <a:r>
              <a:rPr lang="vi-VN" dirty="0"/>
              <a:t> → bỏ</a:t>
            </a:r>
          </a:p>
          <a:p>
            <a:r>
              <a:rPr lang="en-US" dirty="0"/>
              <a:t>👉 </a:t>
            </a:r>
            <a:r>
              <a:rPr lang="vi-VN" dirty="0"/>
              <a:t>Cây MST được xây bằng cách </a:t>
            </a:r>
            <a:r>
              <a:rPr lang="vi-VN" b="1" dirty="0"/>
              <a:t>ghép các mảnh nhỏ lại</a:t>
            </a:r>
            <a:endParaRPr lang="vi-VN" dirty="0"/>
          </a:p>
          <a:p>
            <a:endParaRPr lang="en-US" dirty="0"/>
          </a:p>
        </p:txBody>
      </p:sp>
      <p:sp>
        <p:nvSpPr>
          <p:cNvPr id="4" name="Slide Number Placeholder 3"/>
          <p:cNvSpPr>
            <a:spLocks noGrp="1"/>
          </p:cNvSpPr>
          <p:nvPr>
            <p:ph type="sldNum" sz="quarter" idx="5"/>
          </p:nvPr>
        </p:nvSpPr>
        <p:spPr/>
        <p:txBody>
          <a:bodyPr/>
          <a:lstStyle/>
          <a:p>
            <a:fld id="{93B336D0-BB87-4158-9DDA-BA914A234D18}" type="slidenum">
              <a:rPr lang="en-US" smtClean="0"/>
              <a:t>13</a:t>
            </a:fld>
            <a:endParaRPr lang="en-US"/>
          </a:p>
        </p:txBody>
      </p:sp>
    </p:spTree>
    <p:extLst>
      <p:ext uri="{BB962C8B-B14F-4D97-AF65-F5344CB8AC3E}">
        <p14:creationId xmlns:p14="http://schemas.microsoft.com/office/powerpoint/2010/main" val="766795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3B336D0-BB87-4158-9DDA-BA914A234D18}" type="slidenum">
              <a:rPr lang="en-US" smtClean="0"/>
              <a:t>16</a:t>
            </a:fld>
            <a:endParaRPr lang="en-US"/>
          </a:p>
        </p:txBody>
      </p:sp>
    </p:spTree>
    <p:extLst>
      <p:ext uri="{BB962C8B-B14F-4D97-AF65-F5344CB8AC3E}">
        <p14:creationId xmlns:p14="http://schemas.microsoft.com/office/powerpoint/2010/main" val="22920277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3B336D0-BB87-4158-9DDA-BA914A234D18}" type="slidenum">
              <a:rPr lang="en-US" smtClean="0"/>
              <a:t>21</a:t>
            </a:fld>
            <a:endParaRPr lang="en-US"/>
          </a:p>
        </p:txBody>
      </p:sp>
    </p:spTree>
    <p:extLst>
      <p:ext uri="{BB962C8B-B14F-4D97-AF65-F5344CB8AC3E}">
        <p14:creationId xmlns:p14="http://schemas.microsoft.com/office/powerpoint/2010/main" val="2965092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2201159"/>
            <a:ext cx="12191999" cy="1463040"/>
          </a:xfrm>
        </p:spPr>
        <p:txBody>
          <a:bodyPr anchor="ctr">
            <a:normAutofit/>
          </a:bodyPr>
          <a:lstStyle>
            <a:lvl1pPr algn="ctr">
              <a:defRPr sz="5000" spc="200" baseline="0"/>
            </a:lvl1pPr>
          </a:lstStyle>
          <a:p>
            <a:r>
              <a:rPr lang="en-US" dirty="0"/>
              <a:t>Click to edit Master title style</a:t>
            </a:r>
          </a:p>
        </p:txBody>
      </p:sp>
      <p:sp>
        <p:nvSpPr>
          <p:cNvPr id="3" name="Subtitle 2"/>
          <p:cNvSpPr>
            <a:spLocks noGrp="1"/>
          </p:cNvSpPr>
          <p:nvPr>
            <p:ph type="subTitle" idx="1"/>
          </p:nvPr>
        </p:nvSpPr>
        <p:spPr>
          <a:xfrm>
            <a:off x="0" y="641336"/>
            <a:ext cx="12192000" cy="859786"/>
          </a:xfrm>
        </p:spPr>
        <p:txBody>
          <a:bodyPr lIns="91440" rIns="91440" anchor="ctr">
            <a:normAutofit/>
          </a:bodyPr>
          <a:lstStyle>
            <a:lvl1pPr marL="0" indent="0" algn="ctr">
              <a:lnSpc>
                <a:spcPct val="100000"/>
              </a:lnSpc>
              <a:spcBef>
                <a:spcPts val="0"/>
              </a:spcBef>
              <a:buNone/>
              <a:defRPr sz="2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dirty="0"/>
              <a:t>Click to edit Master subtitle style</a:t>
            </a:r>
          </a:p>
        </p:txBody>
      </p:sp>
      <p:sp>
        <p:nvSpPr>
          <p:cNvPr id="6" name="Slide Number Placeholder 5"/>
          <p:cNvSpPr>
            <a:spLocks noGrp="1"/>
          </p:cNvSpPr>
          <p:nvPr>
            <p:ph type="sldNum" sz="quarter" idx="12"/>
          </p:nvPr>
        </p:nvSpPr>
        <p:spPr/>
        <p:txBody>
          <a:bodyPr/>
          <a:lstStyle/>
          <a:p>
            <a:fld id="{659665DE-58FC-41F4-AC58-2C90A5E00527}" type="slidenum">
              <a:rPr lang="en-US" smtClean="0"/>
              <a:t>‹#›</a:t>
            </a:fld>
            <a:endParaRPr lang="en-US"/>
          </a:p>
        </p:txBody>
      </p:sp>
    </p:spTree>
    <p:extLst>
      <p:ext uri="{BB962C8B-B14F-4D97-AF65-F5344CB8AC3E}">
        <p14:creationId xmlns:p14="http://schemas.microsoft.com/office/powerpoint/2010/main" val="634505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a:extLst>
              <a:ext uri="{FF2B5EF4-FFF2-40B4-BE49-F238E27FC236}">
                <a16:creationId xmlns:a16="http://schemas.microsoft.com/office/drawing/2014/main" id="{6150B792-B7B3-EB4B-A712-E140923AD28E}"/>
              </a:ext>
            </a:extLst>
          </p:cNvPr>
          <p:cNvSpPr>
            <a:spLocks noGrp="1"/>
          </p:cNvSpPr>
          <p:nvPr>
            <p:ph type="title"/>
          </p:nvPr>
        </p:nvSpPr>
        <p:spPr/>
        <p:txBody>
          <a:bodyPr/>
          <a:lstStyle>
            <a:lvl1pPr>
              <a:defRPr>
                <a:solidFill>
                  <a:srgbClr val="4C3282"/>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5193193E-F699-D34B-8BEA-E0EF891495F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87E8551-9C06-0541-BE71-AE3150ABF818}"/>
              </a:ext>
            </a:extLst>
          </p:cNvPr>
          <p:cNvSpPr>
            <a:spLocks noGrp="1"/>
          </p:cNvSpPr>
          <p:nvPr>
            <p:ph type="ftr" sz="quarter" idx="11"/>
          </p:nvPr>
        </p:nvSpPr>
        <p:spPr/>
        <p:txBody>
          <a:bodyPr/>
          <a:lstStyle/>
          <a:p>
            <a:r>
              <a:rPr lang="en-US"/>
              <a:t>CSE 373 AU 18</a:t>
            </a:r>
            <a:endParaRPr lang="en-US" dirty="0"/>
          </a:p>
        </p:txBody>
      </p:sp>
      <p:sp>
        <p:nvSpPr>
          <p:cNvPr id="6" name="Slide Number Placeholder 5">
            <a:extLst>
              <a:ext uri="{FF2B5EF4-FFF2-40B4-BE49-F238E27FC236}">
                <a16:creationId xmlns:a16="http://schemas.microsoft.com/office/drawing/2014/main" id="{38E5D34C-21ED-8141-8408-9198EE8A1C49}"/>
              </a:ext>
            </a:extLst>
          </p:cNvPr>
          <p:cNvSpPr>
            <a:spLocks noGrp="1"/>
          </p:cNvSpPr>
          <p:nvPr>
            <p:ph type="sldNum" sz="quarter" idx="12"/>
          </p:nvPr>
        </p:nvSpPr>
        <p:spPr/>
        <p:txBody>
          <a:bodyPr/>
          <a:lstStyle/>
          <a:p>
            <a:fld id="{659665DE-58FC-41F4-AC58-2C90A5E00527}" type="slidenum">
              <a:rPr lang="en-US" smtClean="0"/>
              <a:pPr/>
              <a:t>‹#›</a:t>
            </a:fld>
            <a:endParaRPr lang="en-US"/>
          </a:p>
        </p:txBody>
      </p:sp>
    </p:spTree>
    <p:extLst>
      <p:ext uri="{BB962C8B-B14F-4D97-AF65-F5344CB8AC3E}">
        <p14:creationId xmlns:p14="http://schemas.microsoft.com/office/powerpoint/2010/main" val="16503916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Bullete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457200" indent="-457200">
              <a:buClr>
                <a:schemeClr val="tx1"/>
              </a:buClr>
              <a:buFont typeface="+mj-lt"/>
              <a:buAutoNum type="arabicPeriod"/>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a:extLst>
              <a:ext uri="{FF2B5EF4-FFF2-40B4-BE49-F238E27FC236}">
                <a16:creationId xmlns:a16="http://schemas.microsoft.com/office/drawing/2014/main" id="{6150B792-B7B3-EB4B-A712-E140923AD28E}"/>
              </a:ext>
            </a:extLst>
          </p:cNvPr>
          <p:cNvSpPr>
            <a:spLocks noGrp="1"/>
          </p:cNvSpPr>
          <p:nvPr>
            <p:ph type="title"/>
          </p:nvPr>
        </p:nvSpPr>
        <p:spPr/>
        <p:txBody>
          <a:bodyPr/>
          <a:lstStyle>
            <a:lvl1pPr>
              <a:defRPr>
                <a:solidFill>
                  <a:srgbClr val="4C3282"/>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5193193E-F699-D34B-8BEA-E0EF891495F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87E8551-9C06-0541-BE71-AE3150ABF818}"/>
              </a:ext>
            </a:extLst>
          </p:cNvPr>
          <p:cNvSpPr>
            <a:spLocks noGrp="1"/>
          </p:cNvSpPr>
          <p:nvPr>
            <p:ph type="ftr" sz="quarter" idx="11"/>
          </p:nvPr>
        </p:nvSpPr>
        <p:spPr/>
        <p:txBody>
          <a:bodyPr/>
          <a:lstStyle/>
          <a:p>
            <a:r>
              <a:rPr lang="en-US"/>
              <a:t>CSE 373 AU 18</a:t>
            </a:r>
            <a:endParaRPr lang="en-US" dirty="0"/>
          </a:p>
        </p:txBody>
      </p:sp>
      <p:sp>
        <p:nvSpPr>
          <p:cNvPr id="6" name="Slide Number Placeholder 5">
            <a:extLst>
              <a:ext uri="{FF2B5EF4-FFF2-40B4-BE49-F238E27FC236}">
                <a16:creationId xmlns:a16="http://schemas.microsoft.com/office/drawing/2014/main" id="{38E5D34C-21ED-8141-8408-9198EE8A1C49}"/>
              </a:ext>
            </a:extLst>
          </p:cNvPr>
          <p:cNvSpPr>
            <a:spLocks noGrp="1"/>
          </p:cNvSpPr>
          <p:nvPr>
            <p:ph type="sldNum" sz="quarter" idx="12"/>
          </p:nvPr>
        </p:nvSpPr>
        <p:spPr/>
        <p:txBody>
          <a:bodyPr/>
          <a:lstStyle/>
          <a:p>
            <a:fld id="{659665DE-58FC-41F4-AC58-2C90A5E00527}" type="slidenum">
              <a:rPr lang="en-US" smtClean="0"/>
              <a:pPr/>
              <a:t>‹#›</a:t>
            </a:fld>
            <a:endParaRPr lang="en-US"/>
          </a:p>
        </p:txBody>
      </p:sp>
    </p:spTree>
    <p:extLst>
      <p:ext uri="{BB962C8B-B14F-4D97-AF65-F5344CB8AC3E}">
        <p14:creationId xmlns:p14="http://schemas.microsoft.com/office/powerpoint/2010/main" val="14424825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rt algo - in-framework">
    <p:spTree>
      <p:nvGrpSpPr>
        <p:cNvPr id="1" name=""/>
        <p:cNvGrpSpPr/>
        <p:nvPr/>
      </p:nvGrpSpPr>
      <p:grpSpPr>
        <a:xfrm>
          <a:off x="0" y="0"/>
          <a:ext cx="0" cy="0"/>
          <a:chOff x="0" y="0"/>
          <a:chExt cx="0" cy="0"/>
        </a:xfrm>
      </p:grpSpPr>
      <p:sp>
        <p:nvSpPr>
          <p:cNvPr id="3" name="Content Placeholder 2"/>
          <p:cNvSpPr>
            <a:spLocks noGrp="1"/>
          </p:cNvSpPr>
          <p:nvPr>
            <p:ph idx="1"/>
          </p:nvPr>
        </p:nvSpPr>
        <p:spPr>
          <a:xfrm>
            <a:off x="575240" y="1463857"/>
            <a:ext cx="11187258" cy="183593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a:extLst>
              <a:ext uri="{FF2B5EF4-FFF2-40B4-BE49-F238E27FC236}">
                <a16:creationId xmlns:a16="http://schemas.microsoft.com/office/drawing/2014/main" id="{6150B792-B7B3-EB4B-A712-E140923AD28E}"/>
              </a:ext>
            </a:extLst>
          </p:cNvPr>
          <p:cNvSpPr>
            <a:spLocks noGrp="1"/>
          </p:cNvSpPr>
          <p:nvPr>
            <p:ph type="title"/>
          </p:nvPr>
        </p:nvSpPr>
        <p:spPr/>
        <p:txBody>
          <a:bodyPr/>
          <a:lstStyle>
            <a:lvl1pPr>
              <a:defRPr>
                <a:solidFill>
                  <a:srgbClr val="4C3282"/>
                </a:solidFill>
              </a:defRPr>
            </a:lvl1pPr>
          </a:lstStyle>
          <a:p>
            <a:r>
              <a:rPr lang="en-US" dirty="0"/>
              <a:t>Click to edit Master title style</a:t>
            </a:r>
          </a:p>
        </p:txBody>
      </p:sp>
      <p:sp>
        <p:nvSpPr>
          <p:cNvPr id="2" name="Rectangle 1">
            <a:extLst>
              <a:ext uri="{FF2B5EF4-FFF2-40B4-BE49-F238E27FC236}">
                <a16:creationId xmlns:a16="http://schemas.microsoft.com/office/drawing/2014/main" id="{AF82F70E-9AE7-A94A-A2D1-7491748FA8F9}"/>
              </a:ext>
            </a:extLst>
          </p:cNvPr>
          <p:cNvSpPr/>
          <p:nvPr userDrawn="1"/>
        </p:nvSpPr>
        <p:spPr>
          <a:xfrm>
            <a:off x="575239" y="3485705"/>
            <a:ext cx="11187259" cy="3076227"/>
          </a:xfrm>
          <a:prstGeom prst="rect">
            <a:avLst/>
          </a:prstGeom>
        </p:spPr>
        <p:txBody>
          <a:bodyPr wrap="square">
            <a:spAutoFit/>
          </a:bodyPr>
          <a:lstStyle/>
          <a:p>
            <a:pPr>
              <a:lnSpc>
                <a:spcPct val="150000"/>
              </a:lnSpc>
            </a:pPr>
            <a:r>
              <a:rPr lang="en-US" sz="2200" b="0" i="0" dirty="0">
                <a:latin typeface="Segoe UI Light" panose="020B0502040204020203" pitchFamily="34" charset="0"/>
                <a:cs typeface="Segoe UI Light" panose="020B0502040204020203" pitchFamily="34" charset="0"/>
              </a:rPr>
              <a:t>Loop/step invariant: _______________________________________________________________________</a:t>
            </a:r>
          </a:p>
          <a:p>
            <a:pPr>
              <a:lnSpc>
                <a:spcPct val="150000"/>
              </a:lnSpc>
            </a:pPr>
            <a:r>
              <a:rPr lang="en-US" sz="2200" b="0" i="0" dirty="0">
                <a:latin typeface="Segoe UI Light" panose="020B0502040204020203" pitchFamily="34" charset="0"/>
                <a:cs typeface="Segoe UI Light" panose="020B0502040204020203" pitchFamily="34" charset="0"/>
              </a:rPr>
              <a:t>Runtime:   Worst ______________      Average ______________       Best ______________</a:t>
            </a:r>
          </a:p>
          <a:p>
            <a:pPr>
              <a:lnSpc>
                <a:spcPct val="150000"/>
              </a:lnSpc>
            </a:pPr>
            <a:r>
              <a:rPr lang="en-US" sz="2200" b="0" i="0" dirty="0">
                <a:latin typeface="Segoe UI Light" panose="020B0502040204020203" pitchFamily="34" charset="0"/>
                <a:cs typeface="Segoe UI Light" panose="020B0502040204020203" pitchFamily="34" charset="0"/>
              </a:rPr>
              <a:t>Input:        Worst ______________________      Best ______________________</a:t>
            </a:r>
          </a:p>
          <a:p>
            <a:pPr>
              <a:lnSpc>
                <a:spcPct val="150000"/>
              </a:lnSpc>
            </a:pPr>
            <a:r>
              <a:rPr lang="en-US" sz="2200" b="0" i="0" dirty="0">
                <a:latin typeface="Segoe UI Light" panose="020B0502040204020203" pitchFamily="34" charset="0"/>
                <a:cs typeface="Segoe UI Light" panose="020B0502040204020203" pitchFamily="34" charset="0"/>
              </a:rPr>
              <a:t>Stable ____________________           In-place ____________________  Adaptive ____________________</a:t>
            </a:r>
          </a:p>
          <a:p>
            <a:pPr>
              <a:lnSpc>
                <a:spcPct val="150000"/>
              </a:lnSpc>
            </a:pPr>
            <a:r>
              <a:rPr lang="en-US" sz="2200" b="0" i="0" dirty="0">
                <a:latin typeface="Segoe UI Light" panose="020B0502040204020203" pitchFamily="34" charset="0"/>
                <a:cs typeface="Segoe UI Light" panose="020B0502040204020203" pitchFamily="34" charset="0"/>
              </a:rPr>
              <a:t>Operations:  Comparisons __________________________ Moves</a:t>
            </a:r>
          </a:p>
          <a:p>
            <a:pPr>
              <a:lnSpc>
                <a:spcPct val="150000"/>
              </a:lnSpc>
            </a:pPr>
            <a:r>
              <a:rPr lang="en-US" sz="2200" b="0" i="0" dirty="0">
                <a:latin typeface="Segoe UI Light" panose="020B0502040204020203" pitchFamily="34" charset="0"/>
                <a:cs typeface="Segoe UI Light" panose="020B0502040204020203" pitchFamily="34" charset="0"/>
              </a:rPr>
              <a:t>Data structure ______________________________________________________</a:t>
            </a:r>
          </a:p>
        </p:txBody>
      </p:sp>
      <p:sp>
        <p:nvSpPr>
          <p:cNvPr id="4" name="Date Placeholder 3">
            <a:extLst>
              <a:ext uri="{FF2B5EF4-FFF2-40B4-BE49-F238E27FC236}">
                <a16:creationId xmlns:a16="http://schemas.microsoft.com/office/drawing/2014/main" id="{E28FF10F-42DD-F74A-A82B-3C34947AB41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962AA52-E524-574C-A30E-AC7482C09475}"/>
              </a:ext>
            </a:extLst>
          </p:cNvPr>
          <p:cNvSpPr>
            <a:spLocks noGrp="1"/>
          </p:cNvSpPr>
          <p:nvPr>
            <p:ph type="ftr" sz="quarter" idx="11"/>
          </p:nvPr>
        </p:nvSpPr>
        <p:spPr/>
        <p:txBody>
          <a:bodyPr/>
          <a:lstStyle/>
          <a:p>
            <a:r>
              <a:rPr lang="en-US"/>
              <a:t>CSE 373 AU 18</a:t>
            </a:r>
            <a:endParaRPr lang="en-US" dirty="0"/>
          </a:p>
        </p:txBody>
      </p:sp>
      <p:sp>
        <p:nvSpPr>
          <p:cNvPr id="6" name="Slide Number Placeholder 5">
            <a:extLst>
              <a:ext uri="{FF2B5EF4-FFF2-40B4-BE49-F238E27FC236}">
                <a16:creationId xmlns:a16="http://schemas.microsoft.com/office/drawing/2014/main" id="{34D339AF-DAF2-4A46-86E0-97C6777A2BA0}"/>
              </a:ext>
            </a:extLst>
          </p:cNvPr>
          <p:cNvSpPr>
            <a:spLocks noGrp="1"/>
          </p:cNvSpPr>
          <p:nvPr>
            <p:ph type="sldNum" sz="quarter" idx="12"/>
          </p:nvPr>
        </p:nvSpPr>
        <p:spPr/>
        <p:txBody>
          <a:bodyPr/>
          <a:lstStyle/>
          <a:p>
            <a:fld id="{659665DE-58FC-41F4-AC58-2C90A5E00527}" type="slidenum">
              <a:rPr lang="en-US" smtClean="0"/>
              <a:pPr/>
              <a:t>‹#›</a:t>
            </a:fld>
            <a:endParaRPr lang="en-US"/>
          </a:p>
        </p:txBody>
      </p:sp>
    </p:spTree>
    <p:extLst>
      <p:ext uri="{BB962C8B-B14F-4D97-AF65-F5344CB8AC3E}">
        <p14:creationId xmlns:p14="http://schemas.microsoft.com/office/powerpoint/2010/main" val="6437792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a:extLst>
              <a:ext uri="{FF2B5EF4-FFF2-40B4-BE49-F238E27FC236}">
                <a16:creationId xmlns:a16="http://schemas.microsoft.com/office/drawing/2014/main" id="{6150B792-B7B3-EB4B-A712-E140923AD28E}"/>
              </a:ext>
            </a:extLst>
          </p:cNvPr>
          <p:cNvSpPr>
            <a:spLocks noGrp="1"/>
          </p:cNvSpPr>
          <p:nvPr>
            <p:ph type="title"/>
          </p:nvPr>
        </p:nvSpPr>
        <p:spPr/>
        <p:txBody>
          <a:bodyPr/>
          <a:lstStyle>
            <a:lvl1pPr>
              <a:defRPr>
                <a:solidFill>
                  <a:srgbClr val="4C3282"/>
                </a:solidFill>
              </a:defRPr>
            </a:lvl1pPr>
          </a:lstStyle>
          <a:p>
            <a:r>
              <a:rPr lang="en-US" dirty="0"/>
              <a:t>Click to edit Master title style</a:t>
            </a:r>
          </a:p>
        </p:txBody>
      </p:sp>
      <p:sp>
        <p:nvSpPr>
          <p:cNvPr id="2" name="TextBox 1">
            <a:extLst>
              <a:ext uri="{FF2B5EF4-FFF2-40B4-BE49-F238E27FC236}">
                <a16:creationId xmlns:a16="http://schemas.microsoft.com/office/drawing/2014/main" id="{C51B40C3-479D-0B4E-A658-0A5104EF3990}"/>
              </a:ext>
            </a:extLst>
          </p:cNvPr>
          <p:cNvSpPr txBox="1"/>
          <p:nvPr userDrawn="1"/>
        </p:nvSpPr>
        <p:spPr>
          <a:xfrm>
            <a:off x="10359199" y="77362"/>
            <a:ext cx="1744394" cy="707886"/>
          </a:xfrm>
          <a:prstGeom prst="rect">
            <a:avLst/>
          </a:prstGeom>
          <a:solidFill>
            <a:schemeClr val="bg1"/>
          </a:solidFill>
          <a:ln>
            <a:solidFill>
              <a:srgbClr val="B6A479"/>
            </a:solidFill>
          </a:ln>
        </p:spPr>
        <p:txBody>
          <a:bodyPr wrap="square" rtlCol="0">
            <a:spAutoFit/>
          </a:bodyPr>
          <a:lstStyle/>
          <a:p>
            <a:r>
              <a:rPr lang="en-US" sz="4000" dirty="0">
                <a:solidFill>
                  <a:srgbClr val="B6A479"/>
                </a:solidFill>
                <a:latin typeface="Segoe UI" panose="020B0502040204020203" pitchFamily="34" charset="0"/>
                <a:cs typeface="Segoe UI" panose="020B0502040204020203" pitchFamily="34" charset="0"/>
              </a:rPr>
              <a:t>Review</a:t>
            </a:r>
          </a:p>
        </p:txBody>
      </p:sp>
      <p:sp>
        <p:nvSpPr>
          <p:cNvPr id="4" name="Date Placeholder 3">
            <a:extLst>
              <a:ext uri="{FF2B5EF4-FFF2-40B4-BE49-F238E27FC236}">
                <a16:creationId xmlns:a16="http://schemas.microsoft.com/office/drawing/2014/main" id="{C94F259C-4382-C049-B632-CD714D836E2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F635489-2568-F040-BD80-0E40C9682DA8}"/>
              </a:ext>
            </a:extLst>
          </p:cNvPr>
          <p:cNvSpPr>
            <a:spLocks noGrp="1"/>
          </p:cNvSpPr>
          <p:nvPr>
            <p:ph type="ftr" sz="quarter" idx="11"/>
          </p:nvPr>
        </p:nvSpPr>
        <p:spPr/>
        <p:txBody>
          <a:bodyPr/>
          <a:lstStyle/>
          <a:p>
            <a:r>
              <a:rPr lang="en-US"/>
              <a:t>CSE 373 AU 18</a:t>
            </a:r>
            <a:endParaRPr lang="en-US" dirty="0"/>
          </a:p>
        </p:txBody>
      </p:sp>
      <p:sp>
        <p:nvSpPr>
          <p:cNvPr id="6" name="Slide Number Placeholder 5">
            <a:extLst>
              <a:ext uri="{FF2B5EF4-FFF2-40B4-BE49-F238E27FC236}">
                <a16:creationId xmlns:a16="http://schemas.microsoft.com/office/drawing/2014/main" id="{DF1615DC-76F0-4D49-B841-498697FBE5AF}"/>
              </a:ext>
            </a:extLst>
          </p:cNvPr>
          <p:cNvSpPr>
            <a:spLocks noGrp="1"/>
          </p:cNvSpPr>
          <p:nvPr>
            <p:ph type="sldNum" sz="quarter" idx="12"/>
          </p:nvPr>
        </p:nvSpPr>
        <p:spPr/>
        <p:txBody>
          <a:bodyPr/>
          <a:lstStyle/>
          <a:p>
            <a:fld id="{659665DE-58FC-41F4-AC58-2C90A5E00527}" type="slidenum">
              <a:rPr lang="en-US" smtClean="0"/>
              <a:pPr/>
              <a:t>‹#›</a:t>
            </a:fld>
            <a:endParaRPr lang="en-US"/>
          </a:p>
        </p:txBody>
      </p:sp>
    </p:spTree>
    <p:extLst>
      <p:ext uri="{BB962C8B-B14F-4D97-AF65-F5344CB8AC3E}">
        <p14:creationId xmlns:p14="http://schemas.microsoft.com/office/powerpoint/2010/main" val="31459028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cxnSp>
        <p:nvCxnSpPr>
          <p:cNvPr id="8" name="Straight Connector 7"/>
          <p:cNvCxnSpPr/>
          <p:nvPr/>
        </p:nvCxnSpPr>
        <p:spPr>
          <a:xfrm flipV="1">
            <a:off x="8386843" y="5264106"/>
            <a:ext cx="0" cy="914400"/>
          </a:xfrm>
          <a:prstGeom prst="line">
            <a:avLst/>
          </a:prstGeom>
          <a:ln w="19050">
            <a:solidFill>
              <a:srgbClr val="4C3282"/>
            </a:solidFill>
          </a:ln>
        </p:spPr>
        <p:style>
          <a:lnRef idx="1">
            <a:schemeClr val="accent1"/>
          </a:lnRef>
          <a:fillRef idx="0">
            <a:schemeClr val="accent1"/>
          </a:fillRef>
          <a:effectRef idx="0">
            <a:schemeClr val="accent1"/>
          </a:effectRef>
          <a:fontRef idx="minor">
            <a:schemeClr val="tx1"/>
          </a:fontRef>
        </p:style>
      </p:cxnSp>
      <p:pic>
        <p:nvPicPr>
          <p:cNvPr id="2050" name="Picture 2" descr="UW building">
            <a:extLst>
              <a:ext uri="{FF2B5EF4-FFF2-40B4-BE49-F238E27FC236}">
                <a16:creationId xmlns:a16="http://schemas.microsoft.com/office/drawing/2014/main" id="{8DB080C4-5F0D-47C3-B99E-D2AD3B91FD79}"/>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38185" b="5565"/>
          <a:stretch/>
        </p:blipFill>
        <p:spPr bwMode="auto">
          <a:xfrm>
            <a:off x="3" y="0"/>
            <a:ext cx="12191997" cy="4572001"/>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40459A97-3FBF-9E4B-A6BE-7DA8E6DEF0D2}"/>
              </a:ext>
            </a:extLst>
          </p:cNvPr>
          <p:cNvSpPr>
            <a:spLocks noGrp="1"/>
          </p:cNvSpPr>
          <p:nvPr>
            <p:ph type="dt" sz="half" idx="10"/>
          </p:nvPr>
        </p:nvSpPr>
        <p:spPr/>
        <p:txBody>
          <a:bodyPr/>
          <a:lstStyle/>
          <a:p>
            <a:endParaRPr lang="en-US"/>
          </a:p>
        </p:txBody>
      </p:sp>
      <p:sp>
        <p:nvSpPr>
          <p:cNvPr id="7" name="Footer Placeholder 6">
            <a:extLst>
              <a:ext uri="{FF2B5EF4-FFF2-40B4-BE49-F238E27FC236}">
                <a16:creationId xmlns:a16="http://schemas.microsoft.com/office/drawing/2014/main" id="{55EBDAA9-3F1D-CE42-BA28-59F3E2E23790}"/>
              </a:ext>
            </a:extLst>
          </p:cNvPr>
          <p:cNvSpPr>
            <a:spLocks noGrp="1"/>
          </p:cNvSpPr>
          <p:nvPr>
            <p:ph type="ftr" sz="quarter" idx="11"/>
          </p:nvPr>
        </p:nvSpPr>
        <p:spPr/>
        <p:txBody>
          <a:bodyPr/>
          <a:lstStyle/>
          <a:p>
            <a:r>
              <a:rPr lang="en-US"/>
              <a:t>CSE 373 AU 18</a:t>
            </a:r>
            <a:endParaRPr lang="en-US" dirty="0"/>
          </a:p>
        </p:txBody>
      </p:sp>
      <p:sp>
        <p:nvSpPr>
          <p:cNvPr id="10" name="Slide Number Placeholder 9">
            <a:extLst>
              <a:ext uri="{FF2B5EF4-FFF2-40B4-BE49-F238E27FC236}">
                <a16:creationId xmlns:a16="http://schemas.microsoft.com/office/drawing/2014/main" id="{623E26D3-9380-AF42-B706-201689C8DD4C}"/>
              </a:ext>
            </a:extLst>
          </p:cNvPr>
          <p:cNvSpPr>
            <a:spLocks noGrp="1"/>
          </p:cNvSpPr>
          <p:nvPr>
            <p:ph type="sldNum" sz="quarter" idx="12"/>
          </p:nvPr>
        </p:nvSpPr>
        <p:spPr/>
        <p:txBody>
          <a:bodyPr/>
          <a:lstStyle/>
          <a:p>
            <a:fld id="{659665DE-58FC-41F4-AC58-2C90A5E00527}" type="slidenum">
              <a:rPr lang="en-US" smtClean="0"/>
              <a:pPr/>
              <a:t>‹#›</a:t>
            </a:fld>
            <a:endParaRPr lang="en-US"/>
          </a:p>
        </p:txBody>
      </p:sp>
    </p:spTree>
    <p:extLst>
      <p:ext uri="{BB962C8B-B14F-4D97-AF65-F5344CB8AC3E}">
        <p14:creationId xmlns:p14="http://schemas.microsoft.com/office/powerpoint/2010/main" val="4047576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34620" y="1512985"/>
            <a:ext cx="5397689" cy="47963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809" y="1512984"/>
            <a:ext cx="5397689" cy="47963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a:extLst>
              <a:ext uri="{FF2B5EF4-FFF2-40B4-BE49-F238E27FC236}">
                <a16:creationId xmlns:a16="http://schemas.microsoft.com/office/drawing/2014/main" id="{F45E9297-2ED3-49ED-918C-68275E6EDE6A}"/>
              </a:ext>
            </a:extLst>
          </p:cNvPr>
          <p:cNvSpPr>
            <a:spLocks noGrp="1"/>
          </p:cNvSpPr>
          <p:nvPr>
            <p:ph type="title"/>
          </p:nvPr>
        </p:nvSpPr>
        <p:spPr>
          <a:xfrm>
            <a:off x="575239" y="263276"/>
            <a:ext cx="11187259" cy="1014667"/>
          </a:xfrm>
          <a:prstGeom prst="rect">
            <a:avLst/>
          </a:prstGeom>
        </p:spPr>
        <p:txBody>
          <a:bodyPr vert="horz" lIns="91440" tIns="45720" rIns="91440" bIns="45720" rtlCol="0" anchor="ctr">
            <a:normAutofit/>
          </a:bodyPr>
          <a:lstStyle>
            <a:lvl1pPr>
              <a:defRPr>
                <a:solidFill>
                  <a:srgbClr val="4C3282"/>
                </a:solidFill>
              </a:defRPr>
            </a:lvl1pPr>
          </a:lstStyle>
          <a:p>
            <a:r>
              <a:rPr lang="en-US" dirty="0"/>
              <a:t>Click to edit Master title style</a:t>
            </a:r>
          </a:p>
        </p:txBody>
      </p:sp>
      <p:sp>
        <p:nvSpPr>
          <p:cNvPr id="2" name="Date Placeholder 1">
            <a:extLst>
              <a:ext uri="{FF2B5EF4-FFF2-40B4-BE49-F238E27FC236}">
                <a16:creationId xmlns:a16="http://schemas.microsoft.com/office/drawing/2014/main" id="{20AE4822-56A5-2645-B8EA-D4B2DD73712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C36FDFB-D458-BA4B-AA10-7C01EB2827CE}"/>
              </a:ext>
            </a:extLst>
          </p:cNvPr>
          <p:cNvSpPr>
            <a:spLocks noGrp="1"/>
          </p:cNvSpPr>
          <p:nvPr>
            <p:ph type="ftr" sz="quarter" idx="11"/>
          </p:nvPr>
        </p:nvSpPr>
        <p:spPr/>
        <p:txBody>
          <a:bodyPr/>
          <a:lstStyle/>
          <a:p>
            <a:r>
              <a:rPr lang="en-US"/>
              <a:t>CSE 373 AU 18</a:t>
            </a:r>
            <a:endParaRPr lang="en-US" dirty="0"/>
          </a:p>
        </p:txBody>
      </p:sp>
      <p:sp>
        <p:nvSpPr>
          <p:cNvPr id="10" name="Slide Number Placeholder 9">
            <a:extLst>
              <a:ext uri="{FF2B5EF4-FFF2-40B4-BE49-F238E27FC236}">
                <a16:creationId xmlns:a16="http://schemas.microsoft.com/office/drawing/2014/main" id="{5DCD2D9B-0751-B44B-9F6D-3E597C8ED63E}"/>
              </a:ext>
            </a:extLst>
          </p:cNvPr>
          <p:cNvSpPr>
            <a:spLocks noGrp="1"/>
          </p:cNvSpPr>
          <p:nvPr>
            <p:ph type="sldNum" sz="quarter" idx="12"/>
          </p:nvPr>
        </p:nvSpPr>
        <p:spPr/>
        <p:txBody>
          <a:bodyPr/>
          <a:lstStyle/>
          <a:p>
            <a:fld id="{659665DE-58FC-41F4-AC58-2C90A5E00527}" type="slidenum">
              <a:rPr lang="en-US" smtClean="0"/>
              <a:pPr/>
              <a:t>‹#›</a:t>
            </a:fld>
            <a:endParaRPr lang="en-US"/>
          </a:p>
        </p:txBody>
      </p:sp>
    </p:spTree>
    <p:extLst>
      <p:ext uri="{BB962C8B-B14F-4D97-AF65-F5344CB8AC3E}">
        <p14:creationId xmlns:p14="http://schemas.microsoft.com/office/powerpoint/2010/main" val="876663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34620" y="1512985"/>
            <a:ext cx="5397689" cy="47963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noChangeAspect="1"/>
          </p:cNvSpPr>
          <p:nvPr>
            <p:ph sz="half" idx="2"/>
          </p:nvPr>
        </p:nvSpPr>
        <p:spPr>
          <a:xfrm>
            <a:off x="6705904" y="70078"/>
            <a:ext cx="5397689" cy="4796375"/>
          </a:xfrm>
        </p:spPr>
        <p:txBody>
          <a:bodyPr ancho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1">
            <a:extLst>
              <a:ext uri="{FF2B5EF4-FFF2-40B4-BE49-F238E27FC236}">
                <a16:creationId xmlns:a16="http://schemas.microsoft.com/office/drawing/2014/main" id="{F45E9297-2ED3-49ED-918C-68275E6EDE6A}"/>
              </a:ext>
            </a:extLst>
          </p:cNvPr>
          <p:cNvSpPr>
            <a:spLocks noGrp="1"/>
          </p:cNvSpPr>
          <p:nvPr>
            <p:ph type="title"/>
          </p:nvPr>
        </p:nvSpPr>
        <p:spPr>
          <a:xfrm>
            <a:off x="575239" y="263276"/>
            <a:ext cx="11187259" cy="1014667"/>
          </a:xfrm>
          <a:prstGeom prst="rect">
            <a:avLst/>
          </a:prstGeom>
        </p:spPr>
        <p:txBody>
          <a:bodyPr vert="horz" lIns="91440" tIns="45720" rIns="91440" bIns="45720" rtlCol="0" anchor="ctr">
            <a:normAutofit/>
          </a:bodyPr>
          <a:lstStyle>
            <a:lvl1pPr>
              <a:defRPr>
                <a:solidFill>
                  <a:srgbClr val="4C3282"/>
                </a:solidFill>
              </a:defRPr>
            </a:lvl1pPr>
          </a:lstStyle>
          <a:p>
            <a:r>
              <a:rPr lang="en-US" dirty="0"/>
              <a:t>Click to edit Master title style</a:t>
            </a:r>
          </a:p>
        </p:txBody>
      </p:sp>
      <p:sp>
        <p:nvSpPr>
          <p:cNvPr id="2" name="Date Placeholder 1">
            <a:extLst>
              <a:ext uri="{FF2B5EF4-FFF2-40B4-BE49-F238E27FC236}">
                <a16:creationId xmlns:a16="http://schemas.microsoft.com/office/drawing/2014/main" id="{BE0BCBD5-0D4E-7A46-8240-34E8B9E526E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6DAA3D9-B0E1-4A41-8F4F-2BE4898DE4A9}"/>
              </a:ext>
            </a:extLst>
          </p:cNvPr>
          <p:cNvSpPr>
            <a:spLocks noGrp="1"/>
          </p:cNvSpPr>
          <p:nvPr>
            <p:ph type="ftr" sz="quarter" idx="11"/>
          </p:nvPr>
        </p:nvSpPr>
        <p:spPr/>
        <p:txBody>
          <a:bodyPr/>
          <a:lstStyle/>
          <a:p>
            <a:r>
              <a:rPr lang="en-US"/>
              <a:t>CSE 373 AU 18</a:t>
            </a:r>
            <a:endParaRPr lang="en-US" dirty="0"/>
          </a:p>
        </p:txBody>
      </p:sp>
      <p:sp>
        <p:nvSpPr>
          <p:cNvPr id="10" name="Slide Number Placeholder 9">
            <a:extLst>
              <a:ext uri="{FF2B5EF4-FFF2-40B4-BE49-F238E27FC236}">
                <a16:creationId xmlns:a16="http://schemas.microsoft.com/office/drawing/2014/main" id="{DCEDFD19-C54C-3C4F-A9AC-FA9FC69C43C6}"/>
              </a:ext>
            </a:extLst>
          </p:cNvPr>
          <p:cNvSpPr>
            <a:spLocks noGrp="1"/>
          </p:cNvSpPr>
          <p:nvPr>
            <p:ph type="sldNum" sz="quarter" idx="12"/>
          </p:nvPr>
        </p:nvSpPr>
        <p:spPr/>
        <p:txBody>
          <a:bodyPr/>
          <a:lstStyle/>
          <a:p>
            <a:fld id="{659665DE-58FC-41F4-AC58-2C90A5E00527}" type="slidenum">
              <a:rPr lang="en-US" smtClean="0"/>
              <a:pPr/>
              <a:t>‹#›</a:t>
            </a:fld>
            <a:endParaRPr lang="en-US"/>
          </a:p>
        </p:txBody>
      </p:sp>
    </p:spTree>
    <p:extLst>
      <p:ext uri="{BB962C8B-B14F-4D97-AF65-F5344CB8AC3E}">
        <p14:creationId xmlns:p14="http://schemas.microsoft.com/office/powerpoint/2010/main" val="1337108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543787" y="1729954"/>
            <a:ext cx="6252741" cy="274023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noChangeAspect="1"/>
          </p:cNvSpPr>
          <p:nvPr>
            <p:ph sz="half" idx="2"/>
          </p:nvPr>
        </p:nvSpPr>
        <p:spPr>
          <a:xfrm>
            <a:off x="490050" y="4993105"/>
            <a:ext cx="11357635" cy="1028379"/>
          </a:xfrm>
        </p:spPr>
        <p:txBody>
          <a:bodyPr ancho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1">
            <a:extLst>
              <a:ext uri="{FF2B5EF4-FFF2-40B4-BE49-F238E27FC236}">
                <a16:creationId xmlns:a16="http://schemas.microsoft.com/office/drawing/2014/main" id="{F45E9297-2ED3-49ED-918C-68275E6EDE6A}"/>
              </a:ext>
            </a:extLst>
          </p:cNvPr>
          <p:cNvSpPr>
            <a:spLocks noGrp="1"/>
          </p:cNvSpPr>
          <p:nvPr>
            <p:ph type="title"/>
          </p:nvPr>
        </p:nvSpPr>
        <p:spPr>
          <a:xfrm>
            <a:off x="575239" y="263276"/>
            <a:ext cx="11187259" cy="1014667"/>
          </a:xfrm>
          <a:prstGeom prst="rect">
            <a:avLst/>
          </a:prstGeom>
        </p:spPr>
        <p:txBody>
          <a:bodyPr vert="horz" lIns="91440" tIns="45720" rIns="91440" bIns="45720" rtlCol="0" anchor="ctr">
            <a:normAutofit/>
          </a:bodyPr>
          <a:lstStyle>
            <a:lvl1pPr>
              <a:defRPr>
                <a:solidFill>
                  <a:srgbClr val="4C3282"/>
                </a:solidFill>
              </a:defRPr>
            </a:lvl1pPr>
          </a:lstStyle>
          <a:p>
            <a:r>
              <a:rPr lang="en-US" dirty="0"/>
              <a:t>Click to edit Master title style</a:t>
            </a:r>
          </a:p>
        </p:txBody>
      </p:sp>
      <p:sp>
        <p:nvSpPr>
          <p:cNvPr id="2" name="Date Placeholder 1">
            <a:extLst>
              <a:ext uri="{FF2B5EF4-FFF2-40B4-BE49-F238E27FC236}">
                <a16:creationId xmlns:a16="http://schemas.microsoft.com/office/drawing/2014/main" id="{C074372A-3A29-A342-98B3-F2917458A60E}"/>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2E46C6C-420B-6240-B816-B044D8260399}"/>
              </a:ext>
            </a:extLst>
          </p:cNvPr>
          <p:cNvSpPr>
            <a:spLocks noGrp="1"/>
          </p:cNvSpPr>
          <p:nvPr>
            <p:ph type="ftr" sz="quarter" idx="11"/>
          </p:nvPr>
        </p:nvSpPr>
        <p:spPr/>
        <p:txBody>
          <a:bodyPr/>
          <a:lstStyle/>
          <a:p>
            <a:r>
              <a:rPr lang="en-US"/>
              <a:t>CSE 373 AU 18</a:t>
            </a:r>
            <a:endParaRPr lang="en-US" dirty="0"/>
          </a:p>
        </p:txBody>
      </p:sp>
      <p:sp>
        <p:nvSpPr>
          <p:cNvPr id="10" name="Slide Number Placeholder 9">
            <a:extLst>
              <a:ext uri="{FF2B5EF4-FFF2-40B4-BE49-F238E27FC236}">
                <a16:creationId xmlns:a16="http://schemas.microsoft.com/office/drawing/2014/main" id="{3A677C0E-4B54-B342-B44D-92218A14960A}"/>
              </a:ext>
            </a:extLst>
          </p:cNvPr>
          <p:cNvSpPr>
            <a:spLocks noGrp="1"/>
          </p:cNvSpPr>
          <p:nvPr>
            <p:ph type="sldNum" sz="quarter" idx="12"/>
          </p:nvPr>
        </p:nvSpPr>
        <p:spPr/>
        <p:txBody>
          <a:bodyPr/>
          <a:lstStyle/>
          <a:p>
            <a:fld id="{659665DE-58FC-41F4-AC58-2C90A5E00527}" type="slidenum">
              <a:rPr lang="en-US" smtClean="0"/>
              <a:pPr/>
              <a:t>‹#›</a:t>
            </a:fld>
            <a:endParaRPr lang="en-US"/>
          </a:p>
        </p:txBody>
      </p:sp>
    </p:spTree>
    <p:extLst>
      <p:ext uri="{BB962C8B-B14F-4D97-AF65-F5344CB8AC3E}">
        <p14:creationId xmlns:p14="http://schemas.microsoft.com/office/powerpoint/2010/main" val="1683851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lvl1pPr>
              <a:defRPr>
                <a:solidFill>
                  <a:srgbClr val="4C3282"/>
                </a:solidFill>
              </a:defRPr>
            </a:lvl1pPr>
          </a:lstStyle>
          <a:p>
            <a:r>
              <a:rPr lang="en-US" dirty="0"/>
              <a:t>Click to edit Master title style</a:t>
            </a:r>
          </a:p>
        </p:txBody>
      </p:sp>
      <p:sp>
        <p:nvSpPr>
          <p:cNvPr id="3" name="Text Placeholder 2"/>
          <p:cNvSpPr>
            <a:spLocks noGrp="1"/>
          </p:cNvSpPr>
          <p:nvPr>
            <p:ph type="body" idx="1"/>
          </p:nvPr>
        </p:nvSpPr>
        <p:spPr>
          <a:xfrm>
            <a:off x="575239" y="1531279"/>
            <a:ext cx="5397688" cy="447646"/>
          </a:xfrm>
        </p:spPr>
        <p:txBody>
          <a:bodyPr lIns="137160" rIns="137160" anchor="ctr">
            <a:normAutofit/>
          </a:bodyPr>
          <a:lstStyle>
            <a:lvl1pPr marL="0" indent="0">
              <a:spcBef>
                <a:spcPts val="0"/>
              </a:spcBef>
              <a:spcAft>
                <a:spcPts val="0"/>
              </a:spcAft>
              <a:buNone/>
              <a:defRPr lang="en-US" sz="1800" b="0" kern="1200" cap="all" baseline="0" dirty="0" smtClean="0">
                <a:solidFill>
                  <a:srgbClr val="4C3282"/>
                </a:solidFill>
                <a:latin typeface="Segoe UI" panose="020B0502040204020203" pitchFamily="34" charset="0"/>
                <a:ea typeface="+mn-ea"/>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spcAft>
                <a:spcPts val="0"/>
              </a:spcAft>
              <a:buClr>
                <a:schemeClr val="accent1"/>
              </a:buClr>
              <a:buSzPct val="100000"/>
              <a:buFont typeface="Tw Cen MT" panose="020B0602020104020603" pitchFamily="34" charset="0"/>
              <a:buNone/>
            </a:pPr>
            <a:r>
              <a:rPr lang="en-US" dirty="0"/>
              <a:t>Edit Master text styles</a:t>
            </a:r>
          </a:p>
        </p:txBody>
      </p:sp>
      <p:sp>
        <p:nvSpPr>
          <p:cNvPr id="11" name="Content Placeholder 2">
            <a:extLst>
              <a:ext uri="{FF2B5EF4-FFF2-40B4-BE49-F238E27FC236}">
                <a16:creationId xmlns:a16="http://schemas.microsoft.com/office/drawing/2014/main" id="{57CD2F29-FDCB-4CD4-A706-8477E063ED40}"/>
              </a:ext>
            </a:extLst>
          </p:cNvPr>
          <p:cNvSpPr>
            <a:spLocks noGrp="1"/>
          </p:cNvSpPr>
          <p:nvPr>
            <p:ph sz="half" idx="13"/>
          </p:nvPr>
        </p:nvSpPr>
        <p:spPr>
          <a:xfrm>
            <a:off x="584218" y="2096446"/>
            <a:ext cx="5397689" cy="433043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
            <a:extLst>
              <a:ext uri="{FF2B5EF4-FFF2-40B4-BE49-F238E27FC236}">
                <a16:creationId xmlns:a16="http://schemas.microsoft.com/office/drawing/2014/main" id="{F6C8EDAC-3655-4870-AA43-44830ED94DF0}"/>
              </a:ext>
            </a:extLst>
          </p:cNvPr>
          <p:cNvSpPr>
            <a:spLocks noGrp="1"/>
          </p:cNvSpPr>
          <p:nvPr>
            <p:ph type="body" idx="14"/>
          </p:nvPr>
        </p:nvSpPr>
        <p:spPr>
          <a:xfrm>
            <a:off x="6355830" y="1531279"/>
            <a:ext cx="5397688" cy="447646"/>
          </a:xfrm>
        </p:spPr>
        <p:txBody>
          <a:bodyPr lIns="137160" rIns="137160" anchor="ctr">
            <a:normAutofit/>
          </a:bodyPr>
          <a:lstStyle>
            <a:lvl1pPr marL="0" indent="0">
              <a:spcBef>
                <a:spcPts val="0"/>
              </a:spcBef>
              <a:spcAft>
                <a:spcPts val="0"/>
              </a:spcAft>
              <a:buNone/>
              <a:defRPr lang="en-US" sz="1800" b="0" kern="1200" cap="all" baseline="0" dirty="0" smtClean="0">
                <a:solidFill>
                  <a:srgbClr val="4C3282"/>
                </a:solidFill>
                <a:latin typeface="Segoe UI" panose="020B0502040204020203" pitchFamily="34" charset="0"/>
                <a:ea typeface="+mn-ea"/>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spcAft>
                <a:spcPts val="0"/>
              </a:spcAft>
              <a:buClr>
                <a:schemeClr val="accent1"/>
              </a:buClr>
              <a:buSzPct val="100000"/>
              <a:buFont typeface="Tw Cen MT" panose="020B0602020104020603" pitchFamily="34" charset="0"/>
              <a:buNone/>
            </a:pPr>
            <a:r>
              <a:rPr lang="en-US" dirty="0"/>
              <a:t>Edit Master text styles</a:t>
            </a:r>
          </a:p>
        </p:txBody>
      </p:sp>
      <p:sp>
        <p:nvSpPr>
          <p:cNvPr id="13" name="Content Placeholder 2">
            <a:extLst>
              <a:ext uri="{FF2B5EF4-FFF2-40B4-BE49-F238E27FC236}">
                <a16:creationId xmlns:a16="http://schemas.microsoft.com/office/drawing/2014/main" id="{C6DFFB8E-9225-4B12-B4C6-960DAE3BDB96}"/>
              </a:ext>
            </a:extLst>
          </p:cNvPr>
          <p:cNvSpPr>
            <a:spLocks noGrp="1"/>
          </p:cNvSpPr>
          <p:nvPr>
            <p:ph sz="half" idx="15"/>
          </p:nvPr>
        </p:nvSpPr>
        <p:spPr>
          <a:xfrm>
            <a:off x="6364809" y="2096446"/>
            <a:ext cx="5397689" cy="433043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6A67D2F5-1349-864B-9157-70965CF7D01F}"/>
              </a:ext>
            </a:extLst>
          </p:cNvPr>
          <p:cNvSpPr>
            <a:spLocks noGrp="1"/>
          </p:cNvSpPr>
          <p:nvPr>
            <p:ph type="dt" sz="half" idx="16"/>
          </p:nvPr>
        </p:nvSpPr>
        <p:spPr/>
        <p:txBody>
          <a:bodyPr/>
          <a:lstStyle/>
          <a:p>
            <a:endParaRPr lang="en-US"/>
          </a:p>
        </p:txBody>
      </p:sp>
      <p:sp>
        <p:nvSpPr>
          <p:cNvPr id="4" name="Footer Placeholder 3">
            <a:extLst>
              <a:ext uri="{FF2B5EF4-FFF2-40B4-BE49-F238E27FC236}">
                <a16:creationId xmlns:a16="http://schemas.microsoft.com/office/drawing/2014/main" id="{BEB0EF9B-246C-FE41-8332-8646DCADC575}"/>
              </a:ext>
            </a:extLst>
          </p:cNvPr>
          <p:cNvSpPr>
            <a:spLocks noGrp="1"/>
          </p:cNvSpPr>
          <p:nvPr>
            <p:ph type="ftr" sz="quarter" idx="17"/>
          </p:nvPr>
        </p:nvSpPr>
        <p:spPr/>
        <p:txBody>
          <a:bodyPr/>
          <a:lstStyle/>
          <a:p>
            <a:r>
              <a:rPr lang="en-US"/>
              <a:t>CSE 373 AU 18</a:t>
            </a:r>
            <a:endParaRPr lang="en-US" dirty="0"/>
          </a:p>
        </p:txBody>
      </p:sp>
      <p:sp>
        <p:nvSpPr>
          <p:cNvPr id="5" name="Slide Number Placeholder 4">
            <a:extLst>
              <a:ext uri="{FF2B5EF4-FFF2-40B4-BE49-F238E27FC236}">
                <a16:creationId xmlns:a16="http://schemas.microsoft.com/office/drawing/2014/main" id="{8470C209-4026-6B45-85D8-631DC77CD4F5}"/>
              </a:ext>
            </a:extLst>
          </p:cNvPr>
          <p:cNvSpPr>
            <a:spLocks noGrp="1"/>
          </p:cNvSpPr>
          <p:nvPr>
            <p:ph type="sldNum" sz="quarter" idx="18"/>
          </p:nvPr>
        </p:nvSpPr>
        <p:spPr/>
        <p:txBody>
          <a:bodyPr/>
          <a:lstStyle/>
          <a:p>
            <a:fld id="{659665DE-58FC-41F4-AC58-2C90A5E00527}" type="slidenum">
              <a:rPr lang="en-US" smtClean="0"/>
              <a:pPr/>
              <a:t>‹#›</a:t>
            </a:fld>
            <a:endParaRPr lang="en-US"/>
          </a:p>
        </p:txBody>
      </p:sp>
    </p:spTree>
    <p:extLst>
      <p:ext uri="{BB962C8B-B14F-4D97-AF65-F5344CB8AC3E}">
        <p14:creationId xmlns:p14="http://schemas.microsoft.com/office/powerpoint/2010/main" val="840103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4C3282"/>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8CD6ACA4-6DA3-7041-844B-85F93667A652}"/>
              </a:ext>
            </a:extLst>
          </p:cNvPr>
          <p:cNvSpPr>
            <a:spLocks noGrp="1"/>
          </p:cNvSpPr>
          <p:nvPr>
            <p:ph type="dt" sz="half" idx="10"/>
          </p:nvPr>
        </p:nvSpPr>
        <p:spPr/>
        <p:txBody>
          <a:bodyPr/>
          <a:lstStyle/>
          <a:p>
            <a:endParaRPr lang="en-US"/>
          </a:p>
        </p:txBody>
      </p:sp>
      <p:sp>
        <p:nvSpPr>
          <p:cNvPr id="7" name="Footer Placeholder 6">
            <a:extLst>
              <a:ext uri="{FF2B5EF4-FFF2-40B4-BE49-F238E27FC236}">
                <a16:creationId xmlns:a16="http://schemas.microsoft.com/office/drawing/2014/main" id="{FB18CBAD-9189-5E4F-A89D-A70F6F9BB5D5}"/>
              </a:ext>
            </a:extLst>
          </p:cNvPr>
          <p:cNvSpPr>
            <a:spLocks noGrp="1"/>
          </p:cNvSpPr>
          <p:nvPr>
            <p:ph type="ftr" sz="quarter" idx="11"/>
          </p:nvPr>
        </p:nvSpPr>
        <p:spPr/>
        <p:txBody>
          <a:bodyPr/>
          <a:lstStyle/>
          <a:p>
            <a:r>
              <a:rPr lang="en-US"/>
              <a:t>CSE 373 AU 18</a:t>
            </a:r>
            <a:endParaRPr lang="en-US" dirty="0"/>
          </a:p>
        </p:txBody>
      </p:sp>
      <p:sp>
        <p:nvSpPr>
          <p:cNvPr id="8" name="Slide Number Placeholder 7">
            <a:extLst>
              <a:ext uri="{FF2B5EF4-FFF2-40B4-BE49-F238E27FC236}">
                <a16:creationId xmlns:a16="http://schemas.microsoft.com/office/drawing/2014/main" id="{1552ED43-82A1-6143-AB9E-1294D3149DC4}"/>
              </a:ext>
            </a:extLst>
          </p:cNvPr>
          <p:cNvSpPr>
            <a:spLocks noGrp="1"/>
          </p:cNvSpPr>
          <p:nvPr>
            <p:ph type="sldNum" sz="quarter" idx="12"/>
          </p:nvPr>
        </p:nvSpPr>
        <p:spPr/>
        <p:txBody>
          <a:bodyPr/>
          <a:lstStyle/>
          <a:p>
            <a:fld id="{659665DE-58FC-41F4-AC58-2C90A5E00527}" type="slidenum">
              <a:rPr lang="en-US" smtClean="0"/>
              <a:pPr/>
              <a:t>‹#›</a:t>
            </a:fld>
            <a:endParaRPr lang="en-US"/>
          </a:p>
        </p:txBody>
      </p:sp>
    </p:spTree>
    <p:extLst>
      <p:ext uri="{BB962C8B-B14F-4D97-AF65-F5344CB8AC3E}">
        <p14:creationId xmlns:p14="http://schemas.microsoft.com/office/powerpoint/2010/main" val="8753378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7B8ED51-AC7C-6E46-8CC6-F6787B46B93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0264FC2-8BD7-534B-876C-2763D5F417D8}"/>
              </a:ext>
            </a:extLst>
          </p:cNvPr>
          <p:cNvSpPr>
            <a:spLocks noGrp="1"/>
          </p:cNvSpPr>
          <p:nvPr>
            <p:ph type="ftr" sz="quarter" idx="11"/>
          </p:nvPr>
        </p:nvSpPr>
        <p:spPr/>
        <p:txBody>
          <a:bodyPr/>
          <a:lstStyle/>
          <a:p>
            <a:r>
              <a:rPr lang="en-US"/>
              <a:t>CSE 373 AU 18</a:t>
            </a:r>
            <a:endParaRPr lang="en-US" dirty="0"/>
          </a:p>
        </p:txBody>
      </p:sp>
      <p:sp>
        <p:nvSpPr>
          <p:cNvPr id="7" name="Slide Number Placeholder 6">
            <a:extLst>
              <a:ext uri="{FF2B5EF4-FFF2-40B4-BE49-F238E27FC236}">
                <a16:creationId xmlns:a16="http://schemas.microsoft.com/office/drawing/2014/main" id="{EA1FFA9C-7BB4-3B4B-A32A-B67888BDF9B2}"/>
              </a:ext>
            </a:extLst>
          </p:cNvPr>
          <p:cNvSpPr>
            <a:spLocks noGrp="1"/>
          </p:cNvSpPr>
          <p:nvPr>
            <p:ph type="sldNum" sz="quarter" idx="12"/>
          </p:nvPr>
        </p:nvSpPr>
        <p:spPr/>
        <p:txBody>
          <a:bodyPr/>
          <a:lstStyle/>
          <a:p>
            <a:fld id="{659665DE-58FC-41F4-AC58-2C90A5E00527}" type="slidenum">
              <a:rPr lang="en-US" smtClean="0"/>
              <a:pPr/>
              <a:t>‹#›</a:t>
            </a:fld>
            <a:endParaRPr lang="en-US"/>
          </a:p>
        </p:txBody>
      </p:sp>
    </p:spTree>
    <p:extLst>
      <p:ext uri="{BB962C8B-B14F-4D97-AF65-F5344CB8AC3E}">
        <p14:creationId xmlns:p14="http://schemas.microsoft.com/office/powerpoint/2010/main" val="25156163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cxnSp>
        <p:nvCxnSpPr>
          <p:cNvPr id="8" name="Straight Connector 7"/>
          <p:cNvCxnSpPr/>
          <p:nvPr/>
        </p:nvCxnSpPr>
        <p:spPr>
          <a:xfrm flipV="1">
            <a:off x="8386843" y="5264106"/>
            <a:ext cx="0" cy="914400"/>
          </a:xfrm>
          <a:prstGeom prst="line">
            <a:avLst/>
          </a:prstGeom>
          <a:ln w="19050">
            <a:solidFill>
              <a:srgbClr val="4C3282"/>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E5DF07EF-E848-C74E-95B2-15098E356987}"/>
              </a:ext>
            </a:extLst>
          </p:cNvPr>
          <p:cNvSpPr>
            <a:spLocks noGrp="1"/>
          </p:cNvSpPr>
          <p:nvPr>
            <p:ph type="dt" sz="half" idx="10"/>
          </p:nvPr>
        </p:nvSpPr>
        <p:spPr/>
        <p:txBody>
          <a:bodyPr/>
          <a:lstStyle/>
          <a:p>
            <a:endParaRPr lang="en-US"/>
          </a:p>
        </p:txBody>
      </p:sp>
      <p:sp>
        <p:nvSpPr>
          <p:cNvPr id="10" name="Footer Placeholder 9">
            <a:extLst>
              <a:ext uri="{FF2B5EF4-FFF2-40B4-BE49-F238E27FC236}">
                <a16:creationId xmlns:a16="http://schemas.microsoft.com/office/drawing/2014/main" id="{87D151F2-562E-A744-A27C-396BDC9BB047}"/>
              </a:ext>
            </a:extLst>
          </p:cNvPr>
          <p:cNvSpPr>
            <a:spLocks noGrp="1"/>
          </p:cNvSpPr>
          <p:nvPr>
            <p:ph type="ftr" sz="quarter" idx="11"/>
          </p:nvPr>
        </p:nvSpPr>
        <p:spPr/>
        <p:txBody>
          <a:bodyPr/>
          <a:lstStyle/>
          <a:p>
            <a:r>
              <a:rPr lang="en-US"/>
              <a:t>CSE 373 AU 18</a:t>
            </a:r>
            <a:endParaRPr lang="en-US" dirty="0"/>
          </a:p>
        </p:txBody>
      </p:sp>
      <p:sp>
        <p:nvSpPr>
          <p:cNvPr id="11" name="Slide Number Placeholder 10">
            <a:extLst>
              <a:ext uri="{FF2B5EF4-FFF2-40B4-BE49-F238E27FC236}">
                <a16:creationId xmlns:a16="http://schemas.microsoft.com/office/drawing/2014/main" id="{91020367-A4F1-744C-8ECA-89D12FB8A6C2}"/>
              </a:ext>
            </a:extLst>
          </p:cNvPr>
          <p:cNvSpPr>
            <a:spLocks noGrp="1"/>
          </p:cNvSpPr>
          <p:nvPr>
            <p:ph type="sldNum" sz="quarter" idx="12"/>
          </p:nvPr>
        </p:nvSpPr>
        <p:spPr/>
        <p:txBody>
          <a:bodyPr/>
          <a:lstStyle/>
          <a:p>
            <a:fld id="{659665DE-58FC-41F4-AC58-2C90A5E00527}" type="slidenum">
              <a:rPr lang="en-US" smtClean="0"/>
              <a:pPr/>
              <a:t>‹#›</a:t>
            </a:fld>
            <a:endParaRPr lang="en-US"/>
          </a:p>
        </p:txBody>
      </p:sp>
    </p:spTree>
    <p:extLst>
      <p:ext uri="{BB962C8B-B14F-4D97-AF65-F5344CB8AC3E}">
        <p14:creationId xmlns:p14="http://schemas.microsoft.com/office/powerpoint/2010/main" val="20777976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CB2A4-11AD-445D-9449-ECE97BF7265C}"/>
              </a:ext>
            </a:extLst>
          </p:cNvPr>
          <p:cNvSpPr>
            <a:spLocks noGrp="1"/>
          </p:cNvSpPr>
          <p:nvPr>
            <p:ph type="title" hasCustomPrompt="1"/>
          </p:nvPr>
        </p:nvSpPr>
        <p:spPr>
          <a:xfrm>
            <a:off x="3315881" y="3446573"/>
            <a:ext cx="5590283" cy="1014667"/>
          </a:xfrm>
        </p:spPr>
        <p:txBody>
          <a:bodyPr/>
          <a:lstStyle>
            <a:lvl1pPr algn="ctr">
              <a:defRPr cap="none" baseline="0"/>
            </a:lvl1pPr>
          </a:lstStyle>
          <a:p>
            <a:r>
              <a:rPr lang="en-US" dirty="0"/>
              <a:t>Big Concept</a:t>
            </a:r>
          </a:p>
        </p:txBody>
      </p:sp>
      <p:cxnSp>
        <p:nvCxnSpPr>
          <p:cNvPr id="21" name="Straight Connector 20">
            <a:extLst>
              <a:ext uri="{FF2B5EF4-FFF2-40B4-BE49-F238E27FC236}">
                <a16:creationId xmlns:a16="http://schemas.microsoft.com/office/drawing/2014/main" id="{C067791F-5EAB-433C-8512-E3D8B5FEA33C}"/>
              </a:ext>
            </a:extLst>
          </p:cNvPr>
          <p:cNvCxnSpPr/>
          <p:nvPr userDrawn="1"/>
        </p:nvCxnSpPr>
        <p:spPr>
          <a:xfrm>
            <a:off x="138752" y="1917510"/>
            <a:ext cx="11914495" cy="0"/>
          </a:xfrm>
          <a:prstGeom prst="line">
            <a:avLst/>
          </a:prstGeom>
          <a:ln w="19050">
            <a:solidFill>
              <a:srgbClr val="D8D8D8"/>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19FC5ADD-7CD5-4855-8137-142378EFA26D}"/>
              </a:ext>
            </a:extLst>
          </p:cNvPr>
          <p:cNvGrpSpPr/>
          <p:nvPr userDrawn="1"/>
        </p:nvGrpSpPr>
        <p:grpSpPr>
          <a:xfrm>
            <a:off x="4736398" y="555634"/>
            <a:ext cx="2723751" cy="2723751"/>
            <a:chOff x="4360460" y="449353"/>
            <a:chExt cx="3282287" cy="3282287"/>
          </a:xfrm>
        </p:grpSpPr>
        <p:sp>
          <p:nvSpPr>
            <p:cNvPr id="6" name="Oval 5">
              <a:extLst>
                <a:ext uri="{FF2B5EF4-FFF2-40B4-BE49-F238E27FC236}">
                  <a16:creationId xmlns:a16="http://schemas.microsoft.com/office/drawing/2014/main" id="{161030CC-581E-4D1E-9ACA-A92F5BB6C0CB}"/>
                </a:ext>
              </a:extLst>
            </p:cNvPr>
            <p:cNvSpPr/>
            <p:nvPr userDrawn="1"/>
          </p:nvSpPr>
          <p:spPr>
            <a:xfrm>
              <a:off x="4360460" y="449353"/>
              <a:ext cx="3282287" cy="3282287"/>
            </a:xfrm>
            <a:prstGeom prst="ellipse">
              <a:avLst/>
            </a:prstGeom>
            <a:solidFill>
              <a:srgbClr val="B6A4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Shape 822">
              <a:extLst>
                <a:ext uri="{FF2B5EF4-FFF2-40B4-BE49-F238E27FC236}">
                  <a16:creationId xmlns:a16="http://schemas.microsoft.com/office/drawing/2014/main" id="{9662AC8F-8502-4CF6-87AC-2CB7EFEBC5CD}"/>
                </a:ext>
              </a:extLst>
            </p:cNvPr>
            <p:cNvGrpSpPr/>
            <p:nvPr userDrawn="1"/>
          </p:nvGrpSpPr>
          <p:grpSpPr>
            <a:xfrm>
              <a:off x="4868910" y="1003939"/>
              <a:ext cx="2265387" cy="2173113"/>
              <a:chOff x="5233525" y="4954450"/>
              <a:chExt cx="538275" cy="516350"/>
            </a:xfrm>
          </p:grpSpPr>
          <p:sp>
            <p:nvSpPr>
              <p:cNvPr id="8" name="Shape 823">
                <a:extLst>
                  <a:ext uri="{FF2B5EF4-FFF2-40B4-BE49-F238E27FC236}">
                    <a16:creationId xmlns:a16="http://schemas.microsoft.com/office/drawing/2014/main" id="{915C32CE-F54C-4A91-A795-5F6EE0E2C310}"/>
                  </a:ext>
                </a:extLst>
              </p:cNvPr>
              <p:cNvSpPr/>
              <p:nvPr/>
            </p:nvSpPr>
            <p:spPr>
              <a:xfrm>
                <a:off x="5637825" y="4954450"/>
                <a:ext cx="89525" cy="89525"/>
              </a:xfrm>
              <a:custGeom>
                <a:avLst/>
                <a:gdLst/>
                <a:ahLst/>
                <a:cxnLst/>
                <a:rect l="0" t="0" r="0" b="0"/>
                <a:pathLst>
                  <a:path w="3581" h="3581" fill="none" extrusionOk="0">
                    <a:moveTo>
                      <a:pt x="1023" y="3410"/>
                    </a:moveTo>
                    <a:lnTo>
                      <a:pt x="1023" y="3410"/>
                    </a:lnTo>
                    <a:lnTo>
                      <a:pt x="1193" y="3483"/>
                    </a:lnTo>
                    <a:lnTo>
                      <a:pt x="1388" y="3532"/>
                    </a:lnTo>
                    <a:lnTo>
                      <a:pt x="1583" y="3556"/>
                    </a:lnTo>
                    <a:lnTo>
                      <a:pt x="1778" y="3581"/>
                    </a:lnTo>
                    <a:lnTo>
                      <a:pt x="1778" y="3581"/>
                    </a:lnTo>
                    <a:lnTo>
                      <a:pt x="1973" y="3556"/>
                    </a:lnTo>
                    <a:lnTo>
                      <a:pt x="2143" y="3532"/>
                    </a:lnTo>
                    <a:lnTo>
                      <a:pt x="2314" y="3508"/>
                    </a:lnTo>
                    <a:lnTo>
                      <a:pt x="2484" y="3435"/>
                    </a:lnTo>
                    <a:lnTo>
                      <a:pt x="2630" y="3361"/>
                    </a:lnTo>
                    <a:lnTo>
                      <a:pt x="2776" y="3264"/>
                    </a:lnTo>
                    <a:lnTo>
                      <a:pt x="2923" y="3167"/>
                    </a:lnTo>
                    <a:lnTo>
                      <a:pt x="3044" y="3045"/>
                    </a:lnTo>
                    <a:lnTo>
                      <a:pt x="3166" y="2923"/>
                    </a:lnTo>
                    <a:lnTo>
                      <a:pt x="3264" y="2801"/>
                    </a:lnTo>
                    <a:lnTo>
                      <a:pt x="3361" y="2631"/>
                    </a:lnTo>
                    <a:lnTo>
                      <a:pt x="3434" y="2485"/>
                    </a:lnTo>
                    <a:lnTo>
                      <a:pt x="3483" y="2314"/>
                    </a:lnTo>
                    <a:lnTo>
                      <a:pt x="3531" y="2144"/>
                    </a:lnTo>
                    <a:lnTo>
                      <a:pt x="3556" y="1973"/>
                    </a:lnTo>
                    <a:lnTo>
                      <a:pt x="3580" y="1803"/>
                    </a:lnTo>
                    <a:lnTo>
                      <a:pt x="3580" y="1803"/>
                    </a:lnTo>
                    <a:lnTo>
                      <a:pt x="3556" y="1608"/>
                    </a:lnTo>
                    <a:lnTo>
                      <a:pt x="3531" y="1437"/>
                    </a:lnTo>
                    <a:lnTo>
                      <a:pt x="3483" y="1267"/>
                    </a:lnTo>
                    <a:lnTo>
                      <a:pt x="3434" y="1096"/>
                    </a:lnTo>
                    <a:lnTo>
                      <a:pt x="3361" y="950"/>
                    </a:lnTo>
                    <a:lnTo>
                      <a:pt x="3264" y="804"/>
                    </a:lnTo>
                    <a:lnTo>
                      <a:pt x="3166" y="658"/>
                    </a:lnTo>
                    <a:lnTo>
                      <a:pt x="3044" y="536"/>
                    </a:lnTo>
                    <a:lnTo>
                      <a:pt x="2923" y="414"/>
                    </a:lnTo>
                    <a:lnTo>
                      <a:pt x="2776" y="317"/>
                    </a:lnTo>
                    <a:lnTo>
                      <a:pt x="2630" y="220"/>
                    </a:lnTo>
                    <a:lnTo>
                      <a:pt x="2484" y="147"/>
                    </a:lnTo>
                    <a:lnTo>
                      <a:pt x="2314" y="98"/>
                    </a:lnTo>
                    <a:lnTo>
                      <a:pt x="2143" y="49"/>
                    </a:lnTo>
                    <a:lnTo>
                      <a:pt x="1973" y="25"/>
                    </a:lnTo>
                    <a:lnTo>
                      <a:pt x="1778" y="0"/>
                    </a:lnTo>
                    <a:lnTo>
                      <a:pt x="1778" y="0"/>
                    </a:lnTo>
                    <a:lnTo>
                      <a:pt x="1607" y="25"/>
                    </a:lnTo>
                    <a:lnTo>
                      <a:pt x="1437" y="49"/>
                    </a:lnTo>
                    <a:lnTo>
                      <a:pt x="1266" y="98"/>
                    </a:lnTo>
                    <a:lnTo>
                      <a:pt x="1096" y="147"/>
                    </a:lnTo>
                    <a:lnTo>
                      <a:pt x="925" y="220"/>
                    </a:lnTo>
                    <a:lnTo>
                      <a:pt x="779" y="317"/>
                    </a:lnTo>
                    <a:lnTo>
                      <a:pt x="658" y="414"/>
                    </a:lnTo>
                    <a:lnTo>
                      <a:pt x="536" y="536"/>
                    </a:lnTo>
                    <a:lnTo>
                      <a:pt x="414" y="658"/>
                    </a:lnTo>
                    <a:lnTo>
                      <a:pt x="317" y="804"/>
                    </a:lnTo>
                    <a:lnTo>
                      <a:pt x="219" y="950"/>
                    </a:lnTo>
                    <a:lnTo>
                      <a:pt x="146" y="1096"/>
                    </a:lnTo>
                    <a:lnTo>
                      <a:pt x="73" y="1267"/>
                    </a:lnTo>
                    <a:lnTo>
                      <a:pt x="49" y="1437"/>
                    </a:lnTo>
                    <a:lnTo>
                      <a:pt x="24" y="1608"/>
                    </a:lnTo>
                    <a:lnTo>
                      <a:pt x="0" y="1803"/>
                    </a:lnTo>
                    <a:lnTo>
                      <a:pt x="0" y="1803"/>
                    </a:lnTo>
                    <a:lnTo>
                      <a:pt x="24" y="2071"/>
                    </a:lnTo>
                    <a:lnTo>
                      <a:pt x="97" y="2339"/>
                    </a:lnTo>
                    <a:lnTo>
                      <a:pt x="195" y="2582"/>
                    </a:lnTo>
                    <a:lnTo>
                      <a:pt x="317" y="2801"/>
                    </a:lnTo>
                  </a:path>
                </a:pathLst>
              </a:custGeom>
              <a:noFill/>
              <a:ln w="285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 name="Shape 824">
                <a:extLst>
                  <a:ext uri="{FF2B5EF4-FFF2-40B4-BE49-F238E27FC236}">
                    <a16:creationId xmlns:a16="http://schemas.microsoft.com/office/drawing/2014/main" id="{25663F7D-C889-439B-A68E-97D8B29147A8}"/>
                  </a:ext>
                </a:extLst>
              </p:cNvPr>
              <p:cNvSpPr/>
              <p:nvPr/>
            </p:nvSpPr>
            <p:spPr>
              <a:xfrm>
                <a:off x="5323025" y="4980625"/>
                <a:ext cx="88925" cy="88925"/>
              </a:xfrm>
              <a:custGeom>
                <a:avLst/>
                <a:gdLst/>
                <a:ahLst/>
                <a:cxnLst/>
                <a:rect l="0" t="0" r="0" b="0"/>
                <a:pathLst>
                  <a:path w="3557" h="3557" fill="none" extrusionOk="0">
                    <a:moveTo>
                      <a:pt x="3191" y="2850"/>
                    </a:moveTo>
                    <a:lnTo>
                      <a:pt x="3191" y="2850"/>
                    </a:lnTo>
                    <a:lnTo>
                      <a:pt x="3313" y="2680"/>
                    </a:lnTo>
                    <a:lnTo>
                      <a:pt x="3410" y="2509"/>
                    </a:lnTo>
                    <a:lnTo>
                      <a:pt x="3483" y="2314"/>
                    </a:lnTo>
                    <a:lnTo>
                      <a:pt x="3532" y="2095"/>
                    </a:lnTo>
                    <a:lnTo>
                      <a:pt x="3532" y="2095"/>
                    </a:lnTo>
                    <a:lnTo>
                      <a:pt x="3556" y="1925"/>
                    </a:lnTo>
                    <a:lnTo>
                      <a:pt x="3556" y="1730"/>
                    </a:lnTo>
                    <a:lnTo>
                      <a:pt x="3556" y="1559"/>
                    </a:lnTo>
                    <a:lnTo>
                      <a:pt x="3508" y="1389"/>
                    </a:lnTo>
                    <a:lnTo>
                      <a:pt x="3459" y="1218"/>
                    </a:lnTo>
                    <a:lnTo>
                      <a:pt x="3410" y="1072"/>
                    </a:lnTo>
                    <a:lnTo>
                      <a:pt x="3337" y="902"/>
                    </a:lnTo>
                    <a:lnTo>
                      <a:pt x="3240" y="756"/>
                    </a:lnTo>
                    <a:lnTo>
                      <a:pt x="3142" y="634"/>
                    </a:lnTo>
                    <a:lnTo>
                      <a:pt x="3021" y="512"/>
                    </a:lnTo>
                    <a:lnTo>
                      <a:pt x="2899" y="390"/>
                    </a:lnTo>
                    <a:lnTo>
                      <a:pt x="2753" y="293"/>
                    </a:lnTo>
                    <a:lnTo>
                      <a:pt x="2606" y="196"/>
                    </a:lnTo>
                    <a:lnTo>
                      <a:pt x="2436" y="122"/>
                    </a:lnTo>
                    <a:lnTo>
                      <a:pt x="2266" y="74"/>
                    </a:lnTo>
                    <a:lnTo>
                      <a:pt x="2095" y="25"/>
                    </a:lnTo>
                    <a:lnTo>
                      <a:pt x="2095" y="25"/>
                    </a:lnTo>
                    <a:lnTo>
                      <a:pt x="1925" y="1"/>
                    </a:lnTo>
                    <a:lnTo>
                      <a:pt x="1730" y="1"/>
                    </a:lnTo>
                    <a:lnTo>
                      <a:pt x="1559" y="1"/>
                    </a:lnTo>
                    <a:lnTo>
                      <a:pt x="1389" y="25"/>
                    </a:lnTo>
                    <a:lnTo>
                      <a:pt x="1218" y="74"/>
                    </a:lnTo>
                    <a:lnTo>
                      <a:pt x="1072" y="147"/>
                    </a:lnTo>
                    <a:lnTo>
                      <a:pt x="902" y="220"/>
                    </a:lnTo>
                    <a:lnTo>
                      <a:pt x="756" y="317"/>
                    </a:lnTo>
                    <a:lnTo>
                      <a:pt x="634" y="415"/>
                    </a:lnTo>
                    <a:lnTo>
                      <a:pt x="512" y="537"/>
                    </a:lnTo>
                    <a:lnTo>
                      <a:pt x="390" y="658"/>
                    </a:lnTo>
                    <a:lnTo>
                      <a:pt x="293" y="804"/>
                    </a:lnTo>
                    <a:lnTo>
                      <a:pt x="195" y="951"/>
                    </a:lnTo>
                    <a:lnTo>
                      <a:pt x="122" y="1097"/>
                    </a:lnTo>
                    <a:lnTo>
                      <a:pt x="74" y="1267"/>
                    </a:lnTo>
                    <a:lnTo>
                      <a:pt x="25" y="1462"/>
                    </a:lnTo>
                    <a:lnTo>
                      <a:pt x="25" y="1462"/>
                    </a:lnTo>
                    <a:lnTo>
                      <a:pt x="1" y="1633"/>
                    </a:lnTo>
                    <a:lnTo>
                      <a:pt x="1" y="1803"/>
                    </a:lnTo>
                    <a:lnTo>
                      <a:pt x="1" y="1998"/>
                    </a:lnTo>
                    <a:lnTo>
                      <a:pt x="25" y="2168"/>
                    </a:lnTo>
                    <a:lnTo>
                      <a:pt x="74" y="2339"/>
                    </a:lnTo>
                    <a:lnTo>
                      <a:pt x="147" y="2485"/>
                    </a:lnTo>
                    <a:lnTo>
                      <a:pt x="220" y="2655"/>
                    </a:lnTo>
                    <a:lnTo>
                      <a:pt x="317" y="2777"/>
                    </a:lnTo>
                    <a:lnTo>
                      <a:pt x="415" y="2923"/>
                    </a:lnTo>
                    <a:lnTo>
                      <a:pt x="536" y="3045"/>
                    </a:lnTo>
                    <a:lnTo>
                      <a:pt x="658" y="3167"/>
                    </a:lnTo>
                    <a:lnTo>
                      <a:pt x="804" y="3264"/>
                    </a:lnTo>
                    <a:lnTo>
                      <a:pt x="950" y="3362"/>
                    </a:lnTo>
                    <a:lnTo>
                      <a:pt x="1096" y="3435"/>
                    </a:lnTo>
                    <a:lnTo>
                      <a:pt x="1267" y="3483"/>
                    </a:lnTo>
                    <a:lnTo>
                      <a:pt x="1462" y="3532"/>
                    </a:lnTo>
                    <a:lnTo>
                      <a:pt x="1462" y="3532"/>
                    </a:lnTo>
                    <a:lnTo>
                      <a:pt x="1705" y="3557"/>
                    </a:lnTo>
                    <a:lnTo>
                      <a:pt x="1973" y="3557"/>
                    </a:lnTo>
                    <a:lnTo>
                      <a:pt x="2217" y="3508"/>
                    </a:lnTo>
                    <a:lnTo>
                      <a:pt x="2460" y="3435"/>
                    </a:lnTo>
                  </a:path>
                </a:pathLst>
              </a:custGeom>
              <a:noFill/>
              <a:ln w="285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 name="Shape 825">
                <a:extLst>
                  <a:ext uri="{FF2B5EF4-FFF2-40B4-BE49-F238E27FC236}">
                    <a16:creationId xmlns:a16="http://schemas.microsoft.com/office/drawing/2014/main" id="{5C225417-5386-4CF0-A050-D547324972FC}"/>
                  </a:ext>
                </a:extLst>
              </p:cNvPr>
              <p:cNvSpPr/>
              <p:nvPr/>
            </p:nvSpPr>
            <p:spPr>
              <a:xfrm>
                <a:off x="5233525" y="5255225"/>
                <a:ext cx="89525" cy="89525"/>
              </a:xfrm>
              <a:custGeom>
                <a:avLst/>
                <a:gdLst/>
                <a:ahLst/>
                <a:cxnLst/>
                <a:rect l="0" t="0" r="0" b="0"/>
                <a:pathLst>
                  <a:path w="3581" h="3581" fill="none" extrusionOk="0">
                    <a:moveTo>
                      <a:pt x="3215" y="707"/>
                    </a:moveTo>
                    <a:lnTo>
                      <a:pt x="3215" y="707"/>
                    </a:lnTo>
                    <a:lnTo>
                      <a:pt x="3093" y="585"/>
                    </a:lnTo>
                    <a:lnTo>
                      <a:pt x="2972" y="464"/>
                    </a:lnTo>
                    <a:lnTo>
                      <a:pt x="2850" y="342"/>
                    </a:lnTo>
                    <a:lnTo>
                      <a:pt x="2679" y="244"/>
                    </a:lnTo>
                    <a:lnTo>
                      <a:pt x="2679" y="244"/>
                    </a:lnTo>
                    <a:lnTo>
                      <a:pt x="2533" y="171"/>
                    </a:lnTo>
                    <a:lnTo>
                      <a:pt x="2363" y="98"/>
                    </a:lnTo>
                    <a:lnTo>
                      <a:pt x="2192" y="50"/>
                    </a:lnTo>
                    <a:lnTo>
                      <a:pt x="2022" y="25"/>
                    </a:lnTo>
                    <a:lnTo>
                      <a:pt x="1851" y="1"/>
                    </a:lnTo>
                    <a:lnTo>
                      <a:pt x="1681" y="25"/>
                    </a:lnTo>
                    <a:lnTo>
                      <a:pt x="1510" y="25"/>
                    </a:lnTo>
                    <a:lnTo>
                      <a:pt x="1340" y="74"/>
                    </a:lnTo>
                    <a:lnTo>
                      <a:pt x="1169" y="123"/>
                    </a:lnTo>
                    <a:lnTo>
                      <a:pt x="1023" y="196"/>
                    </a:lnTo>
                    <a:lnTo>
                      <a:pt x="877" y="269"/>
                    </a:lnTo>
                    <a:lnTo>
                      <a:pt x="731" y="366"/>
                    </a:lnTo>
                    <a:lnTo>
                      <a:pt x="585" y="488"/>
                    </a:lnTo>
                    <a:lnTo>
                      <a:pt x="463" y="610"/>
                    </a:lnTo>
                    <a:lnTo>
                      <a:pt x="341" y="731"/>
                    </a:lnTo>
                    <a:lnTo>
                      <a:pt x="244" y="902"/>
                    </a:lnTo>
                    <a:lnTo>
                      <a:pt x="244" y="902"/>
                    </a:lnTo>
                    <a:lnTo>
                      <a:pt x="171" y="1048"/>
                    </a:lnTo>
                    <a:lnTo>
                      <a:pt x="98" y="1219"/>
                    </a:lnTo>
                    <a:lnTo>
                      <a:pt x="49" y="1389"/>
                    </a:lnTo>
                    <a:lnTo>
                      <a:pt x="25" y="1560"/>
                    </a:lnTo>
                    <a:lnTo>
                      <a:pt x="0" y="1730"/>
                    </a:lnTo>
                    <a:lnTo>
                      <a:pt x="0" y="1900"/>
                    </a:lnTo>
                    <a:lnTo>
                      <a:pt x="25" y="2071"/>
                    </a:lnTo>
                    <a:lnTo>
                      <a:pt x="73" y="2241"/>
                    </a:lnTo>
                    <a:lnTo>
                      <a:pt x="122" y="2412"/>
                    </a:lnTo>
                    <a:lnTo>
                      <a:pt x="195" y="2558"/>
                    </a:lnTo>
                    <a:lnTo>
                      <a:pt x="268" y="2729"/>
                    </a:lnTo>
                    <a:lnTo>
                      <a:pt x="366" y="2850"/>
                    </a:lnTo>
                    <a:lnTo>
                      <a:pt x="463" y="2996"/>
                    </a:lnTo>
                    <a:lnTo>
                      <a:pt x="609" y="3118"/>
                    </a:lnTo>
                    <a:lnTo>
                      <a:pt x="731" y="3240"/>
                    </a:lnTo>
                    <a:lnTo>
                      <a:pt x="901" y="3337"/>
                    </a:lnTo>
                    <a:lnTo>
                      <a:pt x="901" y="3337"/>
                    </a:lnTo>
                    <a:lnTo>
                      <a:pt x="1048" y="3410"/>
                    </a:lnTo>
                    <a:lnTo>
                      <a:pt x="1218" y="3484"/>
                    </a:lnTo>
                    <a:lnTo>
                      <a:pt x="1389" y="3532"/>
                    </a:lnTo>
                    <a:lnTo>
                      <a:pt x="1559" y="3557"/>
                    </a:lnTo>
                    <a:lnTo>
                      <a:pt x="1730" y="3581"/>
                    </a:lnTo>
                    <a:lnTo>
                      <a:pt x="1900" y="3581"/>
                    </a:lnTo>
                    <a:lnTo>
                      <a:pt x="2071" y="3557"/>
                    </a:lnTo>
                    <a:lnTo>
                      <a:pt x="2241" y="3508"/>
                    </a:lnTo>
                    <a:lnTo>
                      <a:pt x="2411" y="3459"/>
                    </a:lnTo>
                    <a:lnTo>
                      <a:pt x="2558" y="3410"/>
                    </a:lnTo>
                    <a:lnTo>
                      <a:pt x="2704" y="3313"/>
                    </a:lnTo>
                    <a:lnTo>
                      <a:pt x="2850" y="3216"/>
                    </a:lnTo>
                    <a:lnTo>
                      <a:pt x="2996" y="3118"/>
                    </a:lnTo>
                    <a:lnTo>
                      <a:pt x="3118" y="2996"/>
                    </a:lnTo>
                    <a:lnTo>
                      <a:pt x="3240" y="2850"/>
                    </a:lnTo>
                    <a:lnTo>
                      <a:pt x="3337" y="2704"/>
                    </a:lnTo>
                    <a:lnTo>
                      <a:pt x="3337" y="2704"/>
                    </a:lnTo>
                    <a:lnTo>
                      <a:pt x="3459" y="2412"/>
                    </a:lnTo>
                    <a:lnTo>
                      <a:pt x="3532" y="2144"/>
                    </a:lnTo>
                    <a:lnTo>
                      <a:pt x="3581" y="1852"/>
                    </a:lnTo>
                    <a:lnTo>
                      <a:pt x="3556" y="1560"/>
                    </a:lnTo>
                  </a:path>
                </a:pathLst>
              </a:custGeom>
              <a:noFill/>
              <a:ln w="285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 name="Shape 826">
                <a:extLst>
                  <a:ext uri="{FF2B5EF4-FFF2-40B4-BE49-F238E27FC236}">
                    <a16:creationId xmlns:a16="http://schemas.microsoft.com/office/drawing/2014/main" id="{F2B2177A-3C1C-4737-A983-B5086B44BAC9}"/>
                  </a:ext>
                </a:extLst>
              </p:cNvPr>
              <p:cNvSpPr/>
              <p:nvPr/>
            </p:nvSpPr>
            <p:spPr>
              <a:xfrm>
                <a:off x="5453325" y="5382475"/>
                <a:ext cx="88925" cy="88325"/>
              </a:xfrm>
              <a:custGeom>
                <a:avLst/>
                <a:gdLst/>
                <a:ahLst/>
                <a:cxnLst/>
                <a:rect l="0" t="0" r="0" b="0"/>
                <a:pathLst>
                  <a:path w="3557" h="3533" fill="none" extrusionOk="0">
                    <a:moveTo>
                      <a:pt x="1389" y="1"/>
                    </a:moveTo>
                    <a:lnTo>
                      <a:pt x="1389" y="1"/>
                    </a:lnTo>
                    <a:lnTo>
                      <a:pt x="1194" y="50"/>
                    </a:lnTo>
                    <a:lnTo>
                      <a:pt x="999" y="147"/>
                    </a:lnTo>
                    <a:lnTo>
                      <a:pt x="804" y="245"/>
                    </a:lnTo>
                    <a:lnTo>
                      <a:pt x="634" y="366"/>
                    </a:lnTo>
                    <a:lnTo>
                      <a:pt x="634" y="366"/>
                    </a:lnTo>
                    <a:lnTo>
                      <a:pt x="488" y="488"/>
                    </a:lnTo>
                    <a:lnTo>
                      <a:pt x="390" y="634"/>
                    </a:lnTo>
                    <a:lnTo>
                      <a:pt x="268" y="780"/>
                    </a:lnTo>
                    <a:lnTo>
                      <a:pt x="195" y="926"/>
                    </a:lnTo>
                    <a:lnTo>
                      <a:pt x="122" y="1073"/>
                    </a:lnTo>
                    <a:lnTo>
                      <a:pt x="74" y="1243"/>
                    </a:lnTo>
                    <a:lnTo>
                      <a:pt x="25" y="1414"/>
                    </a:lnTo>
                    <a:lnTo>
                      <a:pt x="0" y="1584"/>
                    </a:lnTo>
                    <a:lnTo>
                      <a:pt x="0" y="1755"/>
                    </a:lnTo>
                    <a:lnTo>
                      <a:pt x="0" y="1925"/>
                    </a:lnTo>
                    <a:lnTo>
                      <a:pt x="25" y="2096"/>
                    </a:lnTo>
                    <a:lnTo>
                      <a:pt x="74" y="2266"/>
                    </a:lnTo>
                    <a:lnTo>
                      <a:pt x="122" y="2412"/>
                    </a:lnTo>
                    <a:lnTo>
                      <a:pt x="195" y="2583"/>
                    </a:lnTo>
                    <a:lnTo>
                      <a:pt x="293" y="2729"/>
                    </a:lnTo>
                    <a:lnTo>
                      <a:pt x="415" y="2875"/>
                    </a:lnTo>
                    <a:lnTo>
                      <a:pt x="415" y="2875"/>
                    </a:lnTo>
                    <a:lnTo>
                      <a:pt x="536" y="3021"/>
                    </a:lnTo>
                    <a:lnTo>
                      <a:pt x="658" y="3143"/>
                    </a:lnTo>
                    <a:lnTo>
                      <a:pt x="804" y="3240"/>
                    </a:lnTo>
                    <a:lnTo>
                      <a:pt x="950" y="3313"/>
                    </a:lnTo>
                    <a:lnTo>
                      <a:pt x="1121" y="3386"/>
                    </a:lnTo>
                    <a:lnTo>
                      <a:pt x="1267" y="3459"/>
                    </a:lnTo>
                    <a:lnTo>
                      <a:pt x="1437" y="3484"/>
                    </a:lnTo>
                    <a:lnTo>
                      <a:pt x="1608" y="3508"/>
                    </a:lnTo>
                    <a:lnTo>
                      <a:pt x="1778" y="3532"/>
                    </a:lnTo>
                    <a:lnTo>
                      <a:pt x="1949" y="3508"/>
                    </a:lnTo>
                    <a:lnTo>
                      <a:pt x="2119" y="3484"/>
                    </a:lnTo>
                    <a:lnTo>
                      <a:pt x="2290" y="3435"/>
                    </a:lnTo>
                    <a:lnTo>
                      <a:pt x="2460" y="3386"/>
                    </a:lnTo>
                    <a:lnTo>
                      <a:pt x="2606" y="3313"/>
                    </a:lnTo>
                    <a:lnTo>
                      <a:pt x="2777" y="3216"/>
                    </a:lnTo>
                    <a:lnTo>
                      <a:pt x="2923" y="3118"/>
                    </a:lnTo>
                    <a:lnTo>
                      <a:pt x="2923" y="3118"/>
                    </a:lnTo>
                    <a:lnTo>
                      <a:pt x="3045" y="2997"/>
                    </a:lnTo>
                    <a:lnTo>
                      <a:pt x="3167" y="2851"/>
                    </a:lnTo>
                    <a:lnTo>
                      <a:pt x="3264" y="2704"/>
                    </a:lnTo>
                    <a:lnTo>
                      <a:pt x="3361" y="2558"/>
                    </a:lnTo>
                    <a:lnTo>
                      <a:pt x="3435" y="2412"/>
                    </a:lnTo>
                    <a:lnTo>
                      <a:pt x="3483" y="2242"/>
                    </a:lnTo>
                    <a:lnTo>
                      <a:pt x="3532" y="2071"/>
                    </a:lnTo>
                    <a:lnTo>
                      <a:pt x="3556" y="1901"/>
                    </a:lnTo>
                    <a:lnTo>
                      <a:pt x="3556" y="1730"/>
                    </a:lnTo>
                    <a:lnTo>
                      <a:pt x="3556" y="1560"/>
                    </a:lnTo>
                    <a:lnTo>
                      <a:pt x="3532" y="1389"/>
                    </a:lnTo>
                    <a:lnTo>
                      <a:pt x="3483" y="1219"/>
                    </a:lnTo>
                    <a:lnTo>
                      <a:pt x="3410" y="1048"/>
                    </a:lnTo>
                    <a:lnTo>
                      <a:pt x="3337" y="902"/>
                    </a:lnTo>
                    <a:lnTo>
                      <a:pt x="3264" y="756"/>
                    </a:lnTo>
                    <a:lnTo>
                      <a:pt x="3142" y="610"/>
                    </a:lnTo>
                    <a:lnTo>
                      <a:pt x="3142" y="610"/>
                    </a:lnTo>
                    <a:lnTo>
                      <a:pt x="2972" y="415"/>
                    </a:lnTo>
                    <a:lnTo>
                      <a:pt x="2753" y="245"/>
                    </a:lnTo>
                    <a:lnTo>
                      <a:pt x="2533" y="123"/>
                    </a:lnTo>
                    <a:lnTo>
                      <a:pt x="2314" y="50"/>
                    </a:lnTo>
                  </a:path>
                </a:pathLst>
              </a:custGeom>
              <a:noFill/>
              <a:ln w="285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 name="Shape 827">
                <a:extLst>
                  <a:ext uri="{FF2B5EF4-FFF2-40B4-BE49-F238E27FC236}">
                    <a16:creationId xmlns:a16="http://schemas.microsoft.com/office/drawing/2014/main" id="{065E0883-FD56-4990-A3BA-7394FB6E3D9D}"/>
                  </a:ext>
                </a:extLst>
              </p:cNvPr>
              <p:cNvSpPr/>
              <p:nvPr/>
            </p:nvSpPr>
            <p:spPr>
              <a:xfrm>
                <a:off x="5682875" y="5188875"/>
                <a:ext cx="88925" cy="89525"/>
              </a:xfrm>
              <a:custGeom>
                <a:avLst/>
                <a:gdLst/>
                <a:ahLst/>
                <a:cxnLst/>
                <a:rect l="0" t="0" r="0" b="0"/>
                <a:pathLst>
                  <a:path w="3557" h="3581" fill="none" extrusionOk="0">
                    <a:moveTo>
                      <a:pt x="0" y="2022"/>
                    </a:moveTo>
                    <a:lnTo>
                      <a:pt x="0" y="2022"/>
                    </a:lnTo>
                    <a:lnTo>
                      <a:pt x="25" y="2216"/>
                    </a:lnTo>
                    <a:lnTo>
                      <a:pt x="98" y="2411"/>
                    </a:lnTo>
                    <a:lnTo>
                      <a:pt x="98" y="2411"/>
                    </a:lnTo>
                    <a:lnTo>
                      <a:pt x="171" y="2557"/>
                    </a:lnTo>
                    <a:lnTo>
                      <a:pt x="244" y="2728"/>
                    </a:lnTo>
                    <a:lnTo>
                      <a:pt x="341" y="2874"/>
                    </a:lnTo>
                    <a:lnTo>
                      <a:pt x="463" y="2996"/>
                    </a:lnTo>
                    <a:lnTo>
                      <a:pt x="585" y="3118"/>
                    </a:lnTo>
                    <a:lnTo>
                      <a:pt x="707" y="3239"/>
                    </a:lnTo>
                    <a:lnTo>
                      <a:pt x="853" y="3337"/>
                    </a:lnTo>
                    <a:lnTo>
                      <a:pt x="999" y="3410"/>
                    </a:lnTo>
                    <a:lnTo>
                      <a:pt x="1169" y="3483"/>
                    </a:lnTo>
                    <a:lnTo>
                      <a:pt x="1340" y="3532"/>
                    </a:lnTo>
                    <a:lnTo>
                      <a:pt x="1510" y="3556"/>
                    </a:lnTo>
                    <a:lnTo>
                      <a:pt x="1681" y="3580"/>
                    </a:lnTo>
                    <a:lnTo>
                      <a:pt x="1851" y="3580"/>
                    </a:lnTo>
                    <a:lnTo>
                      <a:pt x="2022" y="3556"/>
                    </a:lnTo>
                    <a:lnTo>
                      <a:pt x="2192" y="3532"/>
                    </a:lnTo>
                    <a:lnTo>
                      <a:pt x="2363" y="3459"/>
                    </a:lnTo>
                    <a:lnTo>
                      <a:pt x="2363" y="3459"/>
                    </a:lnTo>
                    <a:lnTo>
                      <a:pt x="2533" y="3410"/>
                    </a:lnTo>
                    <a:lnTo>
                      <a:pt x="2704" y="3312"/>
                    </a:lnTo>
                    <a:lnTo>
                      <a:pt x="2850" y="3215"/>
                    </a:lnTo>
                    <a:lnTo>
                      <a:pt x="2972" y="3093"/>
                    </a:lnTo>
                    <a:lnTo>
                      <a:pt x="3093" y="2971"/>
                    </a:lnTo>
                    <a:lnTo>
                      <a:pt x="3215" y="2850"/>
                    </a:lnTo>
                    <a:lnTo>
                      <a:pt x="3288" y="2704"/>
                    </a:lnTo>
                    <a:lnTo>
                      <a:pt x="3386" y="2557"/>
                    </a:lnTo>
                    <a:lnTo>
                      <a:pt x="3434" y="2387"/>
                    </a:lnTo>
                    <a:lnTo>
                      <a:pt x="3483" y="2216"/>
                    </a:lnTo>
                    <a:lnTo>
                      <a:pt x="3532" y="2070"/>
                    </a:lnTo>
                    <a:lnTo>
                      <a:pt x="3556" y="1875"/>
                    </a:lnTo>
                    <a:lnTo>
                      <a:pt x="3556" y="1705"/>
                    </a:lnTo>
                    <a:lnTo>
                      <a:pt x="3532" y="1534"/>
                    </a:lnTo>
                    <a:lnTo>
                      <a:pt x="3507" y="1364"/>
                    </a:lnTo>
                    <a:lnTo>
                      <a:pt x="3434" y="1194"/>
                    </a:lnTo>
                    <a:lnTo>
                      <a:pt x="3434" y="1194"/>
                    </a:lnTo>
                    <a:lnTo>
                      <a:pt x="3361" y="1023"/>
                    </a:lnTo>
                    <a:lnTo>
                      <a:pt x="3288" y="853"/>
                    </a:lnTo>
                    <a:lnTo>
                      <a:pt x="3191" y="706"/>
                    </a:lnTo>
                    <a:lnTo>
                      <a:pt x="3069" y="585"/>
                    </a:lnTo>
                    <a:lnTo>
                      <a:pt x="2947" y="463"/>
                    </a:lnTo>
                    <a:lnTo>
                      <a:pt x="2825" y="341"/>
                    </a:lnTo>
                    <a:lnTo>
                      <a:pt x="2679" y="268"/>
                    </a:lnTo>
                    <a:lnTo>
                      <a:pt x="2533" y="171"/>
                    </a:lnTo>
                    <a:lnTo>
                      <a:pt x="2363" y="122"/>
                    </a:lnTo>
                    <a:lnTo>
                      <a:pt x="2192" y="73"/>
                    </a:lnTo>
                    <a:lnTo>
                      <a:pt x="2022" y="24"/>
                    </a:lnTo>
                    <a:lnTo>
                      <a:pt x="1851" y="24"/>
                    </a:lnTo>
                    <a:lnTo>
                      <a:pt x="1681" y="0"/>
                    </a:lnTo>
                    <a:lnTo>
                      <a:pt x="1510" y="24"/>
                    </a:lnTo>
                    <a:lnTo>
                      <a:pt x="1340" y="73"/>
                    </a:lnTo>
                    <a:lnTo>
                      <a:pt x="1169" y="122"/>
                    </a:lnTo>
                    <a:lnTo>
                      <a:pt x="1169" y="122"/>
                    </a:lnTo>
                    <a:lnTo>
                      <a:pt x="974" y="195"/>
                    </a:lnTo>
                    <a:lnTo>
                      <a:pt x="804" y="292"/>
                    </a:lnTo>
                    <a:lnTo>
                      <a:pt x="658" y="390"/>
                    </a:lnTo>
                    <a:lnTo>
                      <a:pt x="512" y="512"/>
                    </a:lnTo>
                    <a:lnTo>
                      <a:pt x="390" y="658"/>
                    </a:lnTo>
                    <a:lnTo>
                      <a:pt x="293" y="804"/>
                    </a:lnTo>
                    <a:lnTo>
                      <a:pt x="195" y="950"/>
                    </a:lnTo>
                    <a:lnTo>
                      <a:pt x="122" y="1120"/>
                    </a:lnTo>
                  </a:path>
                </a:pathLst>
              </a:custGeom>
              <a:noFill/>
              <a:ln w="285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 name="Shape 828">
                <a:extLst>
                  <a:ext uri="{FF2B5EF4-FFF2-40B4-BE49-F238E27FC236}">
                    <a16:creationId xmlns:a16="http://schemas.microsoft.com/office/drawing/2014/main" id="{C497A5ED-CCEE-4F09-A7B4-7079C57F1DC1}"/>
                  </a:ext>
                </a:extLst>
              </p:cNvPr>
              <p:cNvSpPr/>
              <p:nvPr/>
            </p:nvSpPr>
            <p:spPr>
              <a:xfrm>
                <a:off x="5411925" y="5110925"/>
                <a:ext cx="188775" cy="189400"/>
              </a:xfrm>
              <a:custGeom>
                <a:avLst/>
                <a:gdLst/>
                <a:ahLst/>
                <a:cxnLst/>
                <a:rect l="0" t="0" r="0" b="0"/>
                <a:pathLst>
                  <a:path w="7551" h="7576" fill="none" extrusionOk="0">
                    <a:moveTo>
                      <a:pt x="0" y="3776"/>
                    </a:moveTo>
                    <a:lnTo>
                      <a:pt x="0" y="3776"/>
                    </a:lnTo>
                    <a:lnTo>
                      <a:pt x="25" y="3410"/>
                    </a:lnTo>
                    <a:lnTo>
                      <a:pt x="73" y="3021"/>
                    </a:lnTo>
                    <a:lnTo>
                      <a:pt x="171" y="2655"/>
                    </a:lnTo>
                    <a:lnTo>
                      <a:pt x="293" y="2314"/>
                    </a:lnTo>
                    <a:lnTo>
                      <a:pt x="463" y="1973"/>
                    </a:lnTo>
                    <a:lnTo>
                      <a:pt x="658" y="1681"/>
                    </a:lnTo>
                    <a:lnTo>
                      <a:pt x="877" y="1389"/>
                    </a:lnTo>
                    <a:lnTo>
                      <a:pt x="1121" y="1121"/>
                    </a:lnTo>
                    <a:lnTo>
                      <a:pt x="1389" y="877"/>
                    </a:lnTo>
                    <a:lnTo>
                      <a:pt x="1656" y="658"/>
                    </a:lnTo>
                    <a:lnTo>
                      <a:pt x="1973" y="463"/>
                    </a:lnTo>
                    <a:lnTo>
                      <a:pt x="2314" y="293"/>
                    </a:lnTo>
                    <a:lnTo>
                      <a:pt x="2655" y="171"/>
                    </a:lnTo>
                    <a:lnTo>
                      <a:pt x="3020" y="74"/>
                    </a:lnTo>
                    <a:lnTo>
                      <a:pt x="3386" y="25"/>
                    </a:lnTo>
                    <a:lnTo>
                      <a:pt x="3775" y="1"/>
                    </a:lnTo>
                    <a:lnTo>
                      <a:pt x="3775" y="1"/>
                    </a:lnTo>
                    <a:lnTo>
                      <a:pt x="4165" y="25"/>
                    </a:lnTo>
                    <a:lnTo>
                      <a:pt x="4555" y="74"/>
                    </a:lnTo>
                    <a:lnTo>
                      <a:pt x="4896" y="171"/>
                    </a:lnTo>
                    <a:lnTo>
                      <a:pt x="5261" y="293"/>
                    </a:lnTo>
                    <a:lnTo>
                      <a:pt x="5578" y="463"/>
                    </a:lnTo>
                    <a:lnTo>
                      <a:pt x="5894" y="658"/>
                    </a:lnTo>
                    <a:lnTo>
                      <a:pt x="6186" y="877"/>
                    </a:lnTo>
                    <a:lnTo>
                      <a:pt x="6454" y="1121"/>
                    </a:lnTo>
                    <a:lnTo>
                      <a:pt x="6698" y="1389"/>
                    </a:lnTo>
                    <a:lnTo>
                      <a:pt x="6917" y="1681"/>
                    </a:lnTo>
                    <a:lnTo>
                      <a:pt x="7112" y="1973"/>
                    </a:lnTo>
                    <a:lnTo>
                      <a:pt x="7258" y="2314"/>
                    </a:lnTo>
                    <a:lnTo>
                      <a:pt x="7404" y="2655"/>
                    </a:lnTo>
                    <a:lnTo>
                      <a:pt x="7477" y="3021"/>
                    </a:lnTo>
                    <a:lnTo>
                      <a:pt x="7550" y="3410"/>
                    </a:lnTo>
                    <a:lnTo>
                      <a:pt x="7550" y="3776"/>
                    </a:lnTo>
                    <a:lnTo>
                      <a:pt x="7550" y="3776"/>
                    </a:lnTo>
                    <a:lnTo>
                      <a:pt x="7550" y="4165"/>
                    </a:lnTo>
                    <a:lnTo>
                      <a:pt x="7477" y="4555"/>
                    </a:lnTo>
                    <a:lnTo>
                      <a:pt x="7404" y="4920"/>
                    </a:lnTo>
                    <a:lnTo>
                      <a:pt x="7258" y="5261"/>
                    </a:lnTo>
                    <a:lnTo>
                      <a:pt x="7112" y="5578"/>
                    </a:lnTo>
                    <a:lnTo>
                      <a:pt x="6917" y="5895"/>
                    </a:lnTo>
                    <a:lnTo>
                      <a:pt x="6698" y="6187"/>
                    </a:lnTo>
                    <a:lnTo>
                      <a:pt x="6454" y="6455"/>
                    </a:lnTo>
                    <a:lnTo>
                      <a:pt x="6186" y="6698"/>
                    </a:lnTo>
                    <a:lnTo>
                      <a:pt x="5894" y="6917"/>
                    </a:lnTo>
                    <a:lnTo>
                      <a:pt x="5578" y="7112"/>
                    </a:lnTo>
                    <a:lnTo>
                      <a:pt x="5261" y="7258"/>
                    </a:lnTo>
                    <a:lnTo>
                      <a:pt x="4896" y="7405"/>
                    </a:lnTo>
                    <a:lnTo>
                      <a:pt x="4555" y="7478"/>
                    </a:lnTo>
                    <a:lnTo>
                      <a:pt x="4165" y="7551"/>
                    </a:lnTo>
                    <a:lnTo>
                      <a:pt x="3775" y="7575"/>
                    </a:lnTo>
                    <a:lnTo>
                      <a:pt x="3775" y="7575"/>
                    </a:lnTo>
                    <a:lnTo>
                      <a:pt x="3386" y="7551"/>
                    </a:lnTo>
                    <a:lnTo>
                      <a:pt x="3020" y="7478"/>
                    </a:lnTo>
                    <a:lnTo>
                      <a:pt x="2655" y="7405"/>
                    </a:lnTo>
                    <a:lnTo>
                      <a:pt x="2314" y="7258"/>
                    </a:lnTo>
                    <a:lnTo>
                      <a:pt x="1973" y="7112"/>
                    </a:lnTo>
                    <a:lnTo>
                      <a:pt x="1656" y="6917"/>
                    </a:lnTo>
                    <a:lnTo>
                      <a:pt x="1389" y="6698"/>
                    </a:lnTo>
                    <a:lnTo>
                      <a:pt x="1121" y="6455"/>
                    </a:lnTo>
                    <a:lnTo>
                      <a:pt x="877" y="6187"/>
                    </a:lnTo>
                    <a:lnTo>
                      <a:pt x="658" y="5895"/>
                    </a:lnTo>
                    <a:lnTo>
                      <a:pt x="463" y="5578"/>
                    </a:lnTo>
                    <a:lnTo>
                      <a:pt x="293" y="5261"/>
                    </a:lnTo>
                    <a:lnTo>
                      <a:pt x="171" y="4920"/>
                    </a:lnTo>
                    <a:lnTo>
                      <a:pt x="73" y="4555"/>
                    </a:lnTo>
                    <a:lnTo>
                      <a:pt x="25" y="4165"/>
                    </a:lnTo>
                    <a:lnTo>
                      <a:pt x="0" y="3776"/>
                    </a:lnTo>
                    <a:lnTo>
                      <a:pt x="0" y="3776"/>
                    </a:lnTo>
                    <a:close/>
                  </a:path>
                </a:pathLst>
              </a:custGeom>
              <a:noFill/>
              <a:ln w="285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 name="Shape 829">
                <a:extLst>
                  <a:ext uri="{FF2B5EF4-FFF2-40B4-BE49-F238E27FC236}">
                    <a16:creationId xmlns:a16="http://schemas.microsoft.com/office/drawing/2014/main" id="{D8CBE5C1-1916-4EF1-B9E9-DC5E58DE62C4}"/>
                  </a:ext>
                </a:extLst>
              </p:cNvPr>
              <p:cNvSpPr/>
              <p:nvPr/>
            </p:nvSpPr>
            <p:spPr>
              <a:xfrm>
                <a:off x="5367475" y="5025075"/>
                <a:ext cx="81600" cy="105975"/>
              </a:xfrm>
              <a:custGeom>
                <a:avLst/>
                <a:gdLst/>
                <a:ahLst/>
                <a:cxnLst/>
                <a:rect l="0" t="0" r="0" b="0"/>
                <a:pathLst>
                  <a:path w="3264" h="4239" fill="none" extrusionOk="0">
                    <a:moveTo>
                      <a:pt x="0" y="1"/>
                    </a:moveTo>
                    <a:lnTo>
                      <a:pt x="3264" y="4238"/>
                    </a:lnTo>
                  </a:path>
                </a:pathLst>
              </a:custGeom>
              <a:noFill/>
              <a:ln w="285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 name="Shape 830">
                <a:extLst>
                  <a:ext uri="{FF2B5EF4-FFF2-40B4-BE49-F238E27FC236}">
                    <a16:creationId xmlns:a16="http://schemas.microsoft.com/office/drawing/2014/main" id="{BB37530B-08B3-4205-8A08-E876EE3F9FBE}"/>
                  </a:ext>
                </a:extLst>
              </p:cNvPr>
              <p:cNvSpPr/>
              <p:nvPr/>
            </p:nvSpPr>
            <p:spPr>
              <a:xfrm>
                <a:off x="5567800" y="4999500"/>
                <a:ext cx="115100" cy="133975"/>
              </a:xfrm>
              <a:custGeom>
                <a:avLst/>
                <a:gdLst/>
                <a:ahLst/>
                <a:cxnLst/>
                <a:rect l="0" t="0" r="0" b="0"/>
                <a:pathLst>
                  <a:path w="4604" h="5359" fill="none" extrusionOk="0">
                    <a:moveTo>
                      <a:pt x="0" y="5359"/>
                    </a:moveTo>
                    <a:lnTo>
                      <a:pt x="4603" y="1"/>
                    </a:lnTo>
                  </a:path>
                </a:pathLst>
              </a:custGeom>
              <a:noFill/>
              <a:ln w="285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Shape 831">
                <a:extLst>
                  <a:ext uri="{FF2B5EF4-FFF2-40B4-BE49-F238E27FC236}">
                    <a16:creationId xmlns:a16="http://schemas.microsoft.com/office/drawing/2014/main" id="{14DEB002-C856-4D51-9E3F-42951B8C7A10}"/>
                  </a:ext>
                </a:extLst>
              </p:cNvPr>
              <p:cNvSpPr/>
              <p:nvPr/>
            </p:nvSpPr>
            <p:spPr>
              <a:xfrm>
                <a:off x="5600075" y="5217475"/>
                <a:ext cx="127275" cy="16475"/>
              </a:xfrm>
              <a:custGeom>
                <a:avLst/>
                <a:gdLst/>
                <a:ahLst/>
                <a:cxnLst/>
                <a:rect l="0" t="0" r="0" b="0"/>
                <a:pathLst>
                  <a:path w="5091" h="659" fill="none" extrusionOk="0">
                    <a:moveTo>
                      <a:pt x="5090" y="658"/>
                    </a:moveTo>
                    <a:lnTo>
                      <a:pt x="0" y="1"/>
                    </a:lnTo>
                  </a:path>
                </a:pathLst>
              </a:custGeom>
              <a:noFill/>
              <a:ln w="285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 name="Shape 832">
                <a:extLst>
                  <a:ext uri="{FF2B5EF4-FFF2-40B4-BE49-F238E27FC236}">
                    <a16:creationId xmlns:a16="http://schemas.microsoft.com/office/drawing/2014/main" id="{5B5D5E96-C594-4AB6-9DF5-2ED8F56CCF52}"/>
                  </a:ext>
                </a:extLst>
              </p:cNvPr>
              <p:cNvSpPr/>
              <p:nvPr/>
            </p:nvSpPr>
            <p:spPr>
              <a:xfrm>
                <a:off x="5497775" y="5299675"/>
                <a:ext cx="4900" cy="126675"/>
              </a:xfrm>
              <a:custGeom>
                <a:avLst/>
                <a:gdLst/>
                <a:ahLst/>
                <a:cxnLst/>
                <a:rect l="0" t="0" r="0" b="0"/>
                <a:pathLst>
                  <a:path w="196" h="5067" fill="none" extrusionOk="0">
                    <a:moveTo>
                      <a:pt x="0" y="5067"/>
                    </a:moveTo>
                    <a:lnTo>
                      <a:pt x="195" y="1"/>
                    </a:lnTo>
                  </a:path>
                </a:pathLst>
              </a:custGeom>
              <a:noFill/>
              <a:ln w="285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 name="Shape 833">
                <a:extLst>
                  <a:ext uri="{FF2B5EF4-FFF2-40B4-BE49-F238E27FC236}">
                    <a16:creationId xmlns:a16="http://schemas.microsoft.com/office/drawing/2014/main" id="{3FC3F998-CA08-40F4-81A5-CEC994EBBF42}"/>
                  </a:ext>
                </a:extLst>
              </p:cNvPr>
              <p:cNvSpPr/>
              <p:nvPr/>
            </p:nvSpPr>
            <p:spPr>
              <a:xfrm>
                <a:off x="5277975" y="5241825"/>
                <a:ext cx="141275" cy="58500"/>
              </a:xfrm>
              <a:custGeom>
                <a:avLst/>
                <a:gdLst/>
                <a:ahLst/>
                <a:cxnLst/>
                <a:rect l="0" t="0" r="0" b="0"/>
                <a:pathLst>
                  <a:path w="5651" h="2340" fill="none" extrusionOk="0">
                    <a:moveTo>
                      <a:pt x="0" y="2339"/>
                    </a:moveTo>
                    <a:lnTo>
                      <a:pt x="5651" y="1"/>
                    </a:lnTo>
                  </a:path>
                </a:pathLst>
              </a:custGeom>
              <a:noFill/>
              <a:ln w="285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sp>
        <p:nvSpPr>
          <p:cNvPr id="23" name="Text Placeholder 2">
            <a:extLst>
              <a:ext uri="{FF2B5EF4-FFF2-40B4-BE49-F238E27FC236}">
                <a16:creationId xmlns:a16="http://schemas.microsoft.com/office/drawing/2014/main" id="{9C05CDBC-229D-45E2-B2F9-9037D7DF9793}"/>
              </a:ext>
            </a:extLst>
          </p:cNvPr>
          <p:cNvSpPr>
            <a:spLocks noGrp="1"/>
          </p:cNvSpPr>
          <p:nvPr>
            <p:ph type="body" idx="1"/>
          </p:nvPr>
        </p:nvSpPr>
        <p:spPr>
          <a:xfrm>
            <a:off x="3315880" y="4628428"/>
            <a:ext cx="5590283" cy="1463040"/>
          </a:xfrm>
        </p:spPr>
        <p:txBody>
          <a:bodyPr lIns="91440" rIns="91440" anchor="t">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Edit Master text styles</a:t>
            </a:r>
          </a:p>
        </p:txBody>
      </p:sp>
      <p:sp>
        <p:nvSpPr>
          <p:cNvPr id="24" name="Rectangle 23">
            <a:extLst>
              <a:ext uri="{FF2B5EF4-FFF2-40B4-BE49-F238E27FC236}">
                <a16:creationId xmlns:a16="http://schemas.microsoft.com/office/drawing/2014/main" id="{4D812236-1A32-4FE2-AB5A-F8F998D835F3}"/>
              </a:ext>
            </a:extLst>
          </p:cNvPr>
          <p:cNvSpPr/>
          <p:nvPr userDrawn="1"/>
        </p:nvSpPr>
        <p:spPr>
          <a:xfrm>
            <a:off x="272955" y="0"/>
            <a:ext cx="423081" cy="15623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DFB8EB76-3B7A-4486-95E5-0316680FFD7E}"/>
              </a:ext>
            </a:extLst>
          </p:cNvPr>
          <p:cNvCxnSpPr>
            <a:cxnSpLocks/>
          </p:cNvCxnSpPr>
          <p:nvPr userDrawn="1"/>
        </p:nvCxnSpPr>
        <p:spPr>
          <a:xfrm>
            <a:off x="3315880" y="4545974"/>
            <a:ext cx="5590283" cy="0"/>
          </a:xfrm>
          <a:prstGeom prst="line">
            <a:avLst/>
          </a:prstGeom>
          <a:ln w="19050">
            <a:solidFill>
              <a:srgbClr val="4C328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05333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01CC624-0437-43EF-99D3-4B5E545BF210}"/>
              </a:ext>
            </a:extLst>
          </p:cNvPr>
          <p:cNvSpPr/>
          <p:nvPr userDrawn="1"/>
        </p:nvSpPr>
        <p:spPr>
          <a:xfrm>
            <a:off x="272955" y="0"/>
            <a:ext cx="423081" cy="15623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537B5817-8D3A-4DD3-92FF-32BBC5F91560}"/>
              </a:ext>
            </a:extLst>
          </p:cNvPr>
          <p:cNvCxnSpPr/>
          <p:nvPr userDrawn="1"/>
        </p:nvCxnSpPr>
        <p:spPr>
          <a:xfrm>
            <a:off x="61415" y="753975"/>
            <a:ext cx="12008609" cy="0"/>
          </a:xfrm>
          <a:prstGeom prst="line">
            <a:avLst/>
          </a:prstGeom>
          <a:ln>
            <a:solidFill>
              <a:srgbClr val="D8D8D8"/>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32B1C59-33FF-4FB4-BDD7-F61C64008581}"/>
              </a:ext>
            </a:extLst>
          </p:cNvPr>
          <p:cNvSpPr>
            <a:spLocks noGrp="1"/>
          </p:cNvSpPr>
          <p:nvPr>
            <p:ph type="title"/>
          </p:nvPr>
        </p:nvSpPr>
        <p:spPr>
          <a:xfrm>
            <a:off x="1428134" y="263276"/>
            <a:ext cx="10334364" cy="1014667"/>
          </a:xfrm>
          <a:solidFill>
            <a:schemeClr val="bg1"/>
          </a:solidFill>
        </p:spPr>
        <p:txBody>
          <a:bodyPr/>
          <a:lstStyle>
            <a:lvl1pPr>
              <a:defRPr>
                <a:solidFill>
                  <a:srgbClr val="4C3282"/>
                </a:solidFill>
              </a:defRPr>
            </a:lvl1pPr>
          </a:lstStyle>
          <a:p>
            <a:r>
              <a:rPr lang="en-US" dirty="0"/>
              <a:t>Click to edit Master title style</a:t>
            </a:r>
          </a:p>
        </p:txBody>
      </p:sp>
      <p:grpSp>
        <p:nvGrpSpPr>
          <p:cNvPr id="13" name="Group 12">
            <a:extLst>
              <a:ext uri="{FF2B5EF4-FFF2-40B4-BE49-F238E27FC236}">
                <a16:creationId xmlns:a16="http://schemas.microsoft.com/office/drawing/2014/main" id="{FB754F48-B758-43EB-980F-1E2884C8E2A7}"/>
              </a:ext>
            </a:extLst>
          </p:cNvPr>
          <p:cNvGrpSpPr/>
          <p:nvPr userDrawn="1"/>
        </p:nvGrpSpPr>
        <p:grpSpPr>
          <a:xfrm>
            <a:off x="575239" y="475151"/>
            <a:ext cx="631298" cy="631298"/>
            <a:chOff x="1530939" y="2405329"/>
            <a:chExt cx="631298" cy="631298"/>
          </a:xfrm>
        </p:grpSpPr>
        <p:sp>
          <p:nvSpPr>
            <p:cNvPr id="7" name="Oval 6">
              <a:extLst>
                <a:ext uri="{FF2B5EF4-FFF2-40B4-BE49-F238E27FC236}">
                  <a16:creationId xmlns:a16="http://schemas.microsoft.com/office/drawing/2014/main" id="{99BADBD9-302C-40D9-A763-C65CCFE16FDE}"/>
                </a:ext>
              </a:extLst>
            </p:cNvPr>
            <p:cNvSpPr/>
            <p:nvPr userDrawn="1"/>
          </p:nvSpPr>
          <p:spPr>
            <a:xfrm>
              <a:off x="1530939" y="2405329"/>
              <a:ext cx="631298" cy="631298"/>
            </a:xfrm>
            <a:prstGeom prst="ellipse">
              <a:avLst/>
            </a:prstGeom>
            <a:solidFill>
              <a:srgbClr val="B6A4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Shape 490">
              <a:extLst>
                <a:ext uri="{FF2B5EF4-FFF2-40B4-BE49-F238E27FC236}">
                  <a16:creationId xmlns:a16="http://schemas.microsoft.com/office/drawing/2014/main" id="{ABC713E7-D704-4682-B292-907313F269C9}"/>
                </a:ext>
              </a:extLst>
            </p:cNvPr>
            <p:cNvGrpSpPr/>
            <p:nvPr userDrawn="1"/>
          </p:nvGrpSpPr>
          <p:grpSpPr>
            <a:xfrm>
              <a:off x="1661835" y="2536225"/>
              <a:ext cx="369505" cy="369505"/>
              <a:chOff x="2594050" y="1631825"/>
              <a:chExt cx="439625" cy="439625"/>
            </a:xfrm>
          </p:grpSpPr>
          <p:sp>
            <p:nvSpPr>
              <p:cNvPr id="9" name="Shape 491">
                <a:extLst>
                  <a:ext uri="{FF2B5EF4-FFF2-40B4-BE49-F238E27FC236}">
                    <a16:creationId xmlns:a16="http://schemas.microsoft.com/office/drawing/2014/main" id="{5701E159-D011-460A-BF32-22B3BFF6328B}"/>
                  </a:ext>
                </a:extLst>
              </p:cNvPr>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 name="Shape 492">
                <a:extLst>
                  <a:ext uri="{FF2B5EF4-FFF2-40B4-BE49-F238E27FC236}">
                    <a16:creationId xmlns:a16="http://schemas.microsoft.com/office/drawing/2014/main" id="{CA3D8659-8AB7-48FB-9131-98E6A18A0B20}"/>
                  </a:ext>
                </a:extLst>
              </p:cNvPr>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 name="Shape 493">
                <a:extLst>
                  <a:ext uri="{FF2B5EF4-FFF2-40B4-BE49-F238E27FC236}">
                    <a16:creationId xmlns:a16="http://schemas.microsoft.com/office/drawing/2014/main" id="{A811AE90-64AA-41C3-9DE9-62A86028AA6C}"/>
                  </a:ext>
                </a:extLst>
              </p:cNvPr>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 name="Shape 494">
                <a:extLst>
                  <a:ext uri="{FF2B5EF4-FFF2-40B4-BE49-F238E27FC236}">
                    <a16:creationId xmlns:a16="http://schemas.microsoft.com/office/drawing/2014/main" id="{0551D70B-4457-48F5-81B9-3A38F6B661D9}"/>
                  </a:ext>
                </a:extLst>
              </p:cNvPr>
              <p:cNvSpPr/>
              <p:nvPr/>
            </p:nvSpPr>
            <p:spPr>
              <a:xfrm>
                <a:off x="2801675" y="1740825"/>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sp>
        <p:nvSpPr>
          <p:cNvPr id="17" name="Content Placeholder 2">
            <a:extLst>
              <a:ext uri="{FF2B5EF4-FFF2-40B4-BE49-F238E27FC236}">
                <a16:creationId xmlns:a16="http://schemas.microsoft.com/office/drawing/2014/main" id="{572BD7EC-0D21-433C-A8B8-B34982C0240B}"/>
              </a:ext>
            </a:extLst>
          </p:cNvPr>
          <p:cNvSpPr>
            <a:spLocks noGrp="1"/>
          </p:cNvSpPr>
          <p:nvPr>
            <p:ph idx="1"/>
          </p:nvPr>
        </p:nvSpPr>
        <p:spPr>
          <a:xfrm>
            <a:off x="1428134" y="1463857"/>
            <a:ext cx="10334364" cy="4845504"/>
          </a:xfrm>
        </p:spPr>
        <p:txBody>
          <a:bodyPr/>
          <a:lstStyle>
            <a:lvl1pPr marL="91440" indent="-91440">
              <a:buClr>
                <a:srgbClr val="4C3282"/>
              </a:buClr>
              <a:buFont typeface="Segoe UI Semilight" panose="020B0402040204020203" pitchFamily="34" charset="0"/>
              <a:buChar char="-"/>
              <a:defRPr/>
            </a:lvl1pPr>
            <a:lvl2pPr>
              <a:buClr>
                <a:srgbClr val="4C3282"/>
              </a:buClr>
              <a:defRPr/>
            </a:lvl2pPr>
            <a:lvl3pPr>
              <a:buClr>
                <a:srgbClr val="4C3282"/>
              </a:buClr>
              <a:defRPr/>
            </a:lvl3pPr>
            <a:lvl4pPr>
              <a:buClr>
                <a:srgbClr val="4C3282"/>
              </a:buClr>
              <a:defRPr/>
            </a:lvl4pPr>
            <a:lvl5pPr>
              <a:buClr>
                <a:srgbClr val="4C3282"/>
              </a:buCl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585507-7DB2-8D4E-8192-6A3BE5FC525E}"/>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1E1C618-BF4A-E847-BBF0-DEDBA0DFDC61}"/>
              </a:ext>
            </a:extLst>
          </p:cNvPr>
          <p:cNvSpPr>
            <a:spLocks noGrp="1"/>
          </p:cNvSpPr>
          <p:nvPr>
            <p:ph type="ftr" sz="quarter" idx="11"/>
          </p:nvPr>
        </p:nvSpPr>
        <p:spPr/>
        <p:txBody>
          <a:bodyPr/>
          <a:lstStyle/>
          <a:p>
            <a:r>
              <a:rPr lang="en-US"/>
              <a:t>CSE 373 AU 18</a:t>
            </a:r>
            <a:endParaRPr lang="en-US" dirty="0"/>
          </a:p>
        </p:txBody>
      </p:sp>
      <p:sp>
        <p:nvSpPr>
          <p:cNvPr id="15" name="Slide Number Placeholder 14">
            <a:extLst>
              <a:ext uri="{FF2B5EF4-FFF2-40B4-BE49-F238E27FC236}">
                <a16:creationId xmlns:a16="http://schemas.microsoft.com/office/drawing/2014/main" id="{9E9A1739-2A8C-6D4C-8967-6C642894782B}"/>
              </a:ext>
            </a:extLst>
          </p:cNvPr>
          <p:cNvSpPr>
            <a:spLocks noGrp="1"/>
          </p:cNvSpPr>
          <p:nvPr>
            <p:ph type="sldNum" sz="quarter" idx="12"/>
          </p:nvPr>
        </p:nvSpPr>
        <p:spPr/>
        <p:txBody>
          <a:bodyPr/>
          <a:lstStyle/>
          <a:p>
            <a:fld id="{659665DE-58FC-41F4-AC58-2C90A5E00527}" type="slidenum">
              <a:rPr lang="en-US" smtClean="0"/>
              <a:pPr/>
              <a:t>‹#›</a:t>
            </a:fld>
            <a:endParaRPr lang="en-US"/>
          </a:p>
        </p:txBody>
      </p:sp>
    </p:spTree>
    <p:extLst>
      <p:ext uri="{BB962C8B-B14F-4D97-AF65-F5344CB8AC3E}">
        <p14:creationId xmlns:p14="http://schemas.microsoft.com/office/powerpoint/2010/main" val="20627758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356FD08-8E43-4554-8ACC-11234BCBCF4E}"/>
              </a:ext>
            </a:extLst>
          </p:cNvPr>
          <p:cNvCxnSpPr/>
          <p:nvPr userDrawn="1"/>
        </p:nvCxnSpPr>
        <p:spPr>
          <a:xfrm>
            <a:off x="127669" y="3557888"/>
            <a:ext cx="11914495" cy="0"/>
          </a:xfrm>
          <a:prstGeom prst="line">
            <a:avLst/>
          </a:prstGeom>
          <a:ln w="19050">
            <a:solidFill>
              <a:srgbClr val="D8D8D8"/>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777F25E-8269-472E-9791-7EB74F793C8D}"/>
              </a:ext>
            </a:extLst>
          </p:cNvPr>
          <p:cNvSpPr>
            <a:spLocks noGrp="1"/>
          </p:cNvSpPr>
          <p:nvPr>
            <p:ph type="title"/>
          </p:nvPr>
        </p:nvSpPr>
        <p:spPr>
          <a:xfrm>
            <a:off x="1902775" y="3262680"/>
            <a:ext cx="6504161" cy="590415"/>
          </a:xfrm>
          <a:solidFill>
            <a:schemeClr val="bg1"/>
          </a:solidFill>
        </p:spPr>
        <p:txBody>
          <a:bodyPr>
            <a:noAutofit/>
          </a:bodyPr>
          <a:lstStyle>
            <a:lvl1pPr>
              <a:defRPr sz="3200">
                <a:latin typeface="Segoe UI Semibold" panose="020B0702040204020203" pitchFamily="34" charset="0"/>
                <a:cs typeface="Segoe UI Semibold" panose="020B0702040204020203" pitchFamily="34" charset="0"/>
              </a:defRPr>
            </a:lvl1pPr>
          </a:lstStyle>
          <a:p>
            <a:r>
              <a:rPr lang="en-US" dirty="0"/>
              <a:t>Click to edit Master title style</a:t>
            </a:r>
          </a:p>
        </p:txBody>
      </p:sp>
      <p:sp>
        <p:nvSpPr>
          <p:cNvPr id="7" name="Oval 6">
            <a:extLst>
              <a:ext uri="{FF2B5EF4-FFF2-40B4-BE49-F238E27FC236}">
                <a16:creationId xmlns:a16="http://schemas.microsoft.com/office/drawing/2014/main" id="{886714E5-EBF9-4569-A5F7-79EC8ADBC566}"/>
              </a:ext>
            </a:extLst>
          </p:cNvPr>
          <p:cNvSpPr/>
          <p:nvPr userDrawn="1"/>
        </p:nvSpPr>
        <p:spPr>
          <a:xfrm>
            <a:off x="743453" y="3050554"/>
            <a:ext cx="897775" cy="897775"/>
          </a:xfrm>
          <a:prstGeom prst="ellipse">
            <a:avLst/>
          </a:prstGeom>
          <a:solidFill>
            <a:srgbClr val="B6A4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48A67AF-FC3C-498E-9019-5526D4E35E56}"/>
              </a:ext>
            </a:extLst>
          </p:cNvPr>
          <p:cNvSpPr/>
          <p:nvPr userDrawn="1"/>
        </p:nvSpPr>
        <p:spPr>
          <a:xfrm>
            <a:off x="321425" y="60960"/>
            <a:ext cx="171797" cy="1474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Shape 496">
            <a:extLst>
              <a:ext uri="{FF2B5EF4-FFF2-40B4-BE49-F238E27FC236}">
                <a16:creationId xmlns:a16="http://schemas.microsoft.com/office/drawing/2014/main" id="{A9D83950-EFA8-45B6-9842-F0E75D62D1E4}"/>
              </a:ext>
            </a:extLst>
          </p:cNvPr>
          <p:cNvGrpSpPr/>
          <p:nvPr userDrawn="1"/>
        </p:nvGrpSpPr>
        <p:grpSpPr>
          <a:xfrm>
            <a:off x="1042384" y="3287057"/>
            <a:ext cx="299911" cy="424768"/>
            <a:chOff x="3979850" y="1598950"/>
            <a:chExt cx="356825" cy="505375"/>
          </a:xfrm>
        </p:grpSpPr>
        <p:sp>
          <p:nvSpPr>
            <p:cNvPr id="11" name="Shape 497">
              <a:extLst>
                <a:ext uri="{FF2B5EF4-FFF2-40B4-BE49-F238E27FC236}">
                  <a16:creationId xmlns:a16="http://schemas.microsoft.com/office/drawing/2014/main" id="{5AC1FC31-D74E-4136-9F49-9396640AE6A7}"/>
                </a:ext>
              </a:extLst>
            </p:cNvPr>
            <p:cNvSpPr/>
            <p:nvPr/>
          </p:nvSpPr>
          <p:spPr>
            <a:xfrm>
              <a:off x="3979850" y="1602600"/>
              <a:ext cx="44475" cy="501725"/>
            </a:xfrm>
            <a:custGeom>
              <a:avLst/>
              <a:gdLst/>
              <a:ahLst/>
              <a:cxnLst/>
              <a:rect l="0" t="0" r="0" b="0"/>
              <a:pathLst>
                <a:path w="1779" h="20069" fill="none" extrusionOk="0">
                  <a:moveTo>
                    <a:pt x="1778" y="20069"/>
                  </a:moveTo>
                  <a:lnTo>
                    <a:pt x="1778" y="488"/>
                  </a:lnTo>
                  <a:lnTo>
                    <a:pt x="1778" y="488"/>
                  </a:lnTo>
                  <a:lnTo>
                    <a:pt x="1778" y="390"/>
                  </a:lnTo>
                  <a:lnTo>
                    <a:pt x="1730" y="293"/>
                  </a:lnTo>
                  <a:lnTo>
                    <a:pt x="1705" y="220"/>
                  </a:lnTo>
                  <a:lnTo>
                    <a:pt x="1632" y="147"/>
                  </a:lnTo>
                  <a:lnTo>
                    <a:pt x="1559" y="74"/>
                  </a:lnTo>
                  <a:lnTo>
                    <a:pt x="1486" y="25"/>
                  </a:lnTo>
                  <a:lnTo>
                    <a:pt x="1389" y="0"/>
                  </a:lnTo>
                  <a:lnTo>
                    <a:pt x="1291" y="0"/>
                  </a:lnTo>
                  <a:lnTo>
                    <a:pt x="488" y="0"/>
                  </a:lnTo>
                  <a:lnTo>
                    <a:pt x="488" y="0"/>
                  </a:lnTo>
                  <a:lnTo>
                    <a:pt x="390" y="0"/>
                  </a:lnTo>
                  <a:lnTo>
                    <a:pt x="293" y="25"/>
                  </a:lnTo>
                  <a:lnTo>
                    <a:pt x="220" y="74"/>
                  </a:lnTo>
                  <a:lnTo>
                    <a:pt x="147" y="147"/>
                  </a:lnTo>
                  <a:lnTo>
                    <a:pt x="98" y="220"/>
                  </a:lnTo>
                  <a:lnTo>
                    <a:pt x="49" y="293"/>
                  </a:lnTo>
                  <a:lnTo>
                    <a:pt x="25" y="390"/>
                  </a:lnTo>
                  <a:lnTo>
                    <a:pt x="1" y="488"/>
                  </a:lnTo>
                  <a:lnTo>
                    <a:pt x="1" y="20069"/>
                  </a:lnTo>
                  <a:lnTo>
                    <a:pt x="1778" y="20069"/>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 name="Shape 498">
              <a:extLst>
                <a:ext uri="{FF2B5EF4-FFF2-40B4-BE49-F238E27FC236}">
                  <a16:creationId xmlns:a16="http://schemas.microsoft.com/office/drawing/2014/main" id="{55224696-5DAC-453B-AD17-A914F23CD917}"/>
                </a:ext>
              </a:extLst>
            </p:cNvPr>
            <p:cNvSpPr/>
            <p:nvPr/>
          </p:nvSpPr>
          <p:spPr>
            <a:xfrm>
              <a:off x="4037075" y="1598950"/>
              <a:ext cx="299600" cy="228950"/>
            </a:xfrm>
            <a:custGeom>
              <a:avLst/>
              <a:gdLst/>
              <a:ahLst/>
              <a:cxnLst/>
              <a:rect l="0" t="0" r="0" b="0"/>
              <a:pathLst>
                <a:path w="11984" h="9158" fill="none" extrusionOk="0">
                  <a:moveTo>
                    <a:pt x="1" y="8403"/>
                  </a:moveTo>
                  <a:lnTo>
                    <a:pt x="1" y="8403"/>
                  </a:lnTo>
                  <a:lnTo>
                    <a:pt x="366" y="8184"/>
                  </a:lnTo>
                  <a:lnTo>
                    <a:pt x="732" y="8013"/>
                  </a:lnTo>
                  <a:lnTo>
                    <a:pt x="1097" y="7867"/>
                  </a:lnTo>
                  <a:lnTo>
                    <a:pt x="1438" y="7770"/>
                  </a:lnTo>
                  <a:lnTo>
                    <a:pt x="1803" y="7696"/>
                  </a:lnTo>
                  <a:lnTo>
                    <a:pt x="2168" y="7672"/>
                  </a:lnTo>
                  <a:lnTo>
                    <a:pt x="2534" y="7648"/>
                  </a:lnTo>
                  <a:lnTo>
                    <a:pt x="2875" y="7672"/>
                  </a:lnTo>
                  <a:lnTo>
                    <a:pt x="3240" y="7696"/>
                  </a:lnTo>
                  <a:lnTo>
                    <a:pt x="3605" y="7745"/>
                  </a:lnTo>
                  <a:lnTo>
                    <a:pt x="3971" y="7818"/>
                  </a:lnTo>
                  <a:lnTo>
                    <a:pt x="4312" y="7891"/>
                  </a:lnTo>
                  <a:lnTo>
                    <a:pt x="5042" y="8111"/>
                  </a:lnTo>
                  <a:lnTo>
                    <a:pt x="5749" y="8330"/>
                  </a:lnTo>
                  <a:lnTo>
                    <a:pt x="6479" y="8549"/>
                  </a:lnTo>
                  <a:lnTo>
                    <a:pt x="7186" y="8768"/>
                  </a:lnTo>
                  <a:lnTo>
                    <a:pt x="7916" y="8963"/>
                  </a:lnTo>
                  <a:lnTo>
                    <a:pt x="8282" y="9036"/>
                  </a:lnTo>
                  <a:lnTo>
                    <a:pt x="8623" y="9085"/>
                  </a:lnTo>
                  <a:lnTo>
                    <a:pt x="8988" y="9133"/>
                  </a:lnTo>
                  <a:lnTo>
                    <a:pt x="9353" y="9158"/>
                  </a:lnTo>
                  <a:lnTo>
                    <a:pt x="9719" y="9133"/>
                  </a:lnTo>
                  <a:lnTo>
                    <a:pt x="10059" y="9109"/>
                  </a:lnTo>
                  <a:lnTo>
                    <a:pt x="10425" y="9060"/>
                  </a:lnTo>
                  <a:lnTo>
                    <a:pt x="10790" y="8963"/>
                  </a:lnTo>
                  <a:lnTo>
                    <a:pt x="11155" y="8841"/>
                  </a:lnTo>
                  <a:lnTo>
                    <a:pt x="11496" y="8671"/>
                  </a:lnTo>
                  <a:lnTo>
                    <a:pt x="11496" y="8671"/>
                  </a:lnTo>
                  <a:lnTo>
                    <a:pt x="11667" y="8573"/>
                  </a:lnTo>
                  <a:lnTo>
                    <a:pt x="11789" y="8476"/>
                  </a:lnTo>
                  <a:lnTo>
                    <a:pt x="11862" y="8354"/>
                  </a:lnTo>
                  <a:lnTo>
                    <a:pt x="11935" y="8232"/>
                  </a:lnTo>
                  <a:lnTo>
                    <a:pt x="11984" y="8111"/>
                  </a:lnTo>
                  <a:lnTo>
                    <a:pt x="11984" y="7989"/>
                  </a:lnTo>
                  <a:lnTo>
                    <a:pt x="11935" y="7891"/>
                  </a:lnTo>
                  <a:lnTo>
                    <a:pt x="11886" y="7794"/>
                  </a:lnTo>
                  <a:lnTo>
                    <a:pt x="11886" y="7794"/>
                  </a:lnTo>
                  <a:lnTo>
                    <a:pt x="11496" y="7404"/>
                  </a:lnTo>
                  <a:lnTo>
                    <a:pt x="11107" y="6941"/>
                  </a:lnTo>
                  <a:lnTo>
                    <a:pt x="10741" y="6454"/>
                  </a:lnTo>
                  <a:lnTo>
                    <a:pt x="10352" y="5943"/>
                  </a:lnTo>
                  <a:lnTo>
                    <a:pt x="10352" y="5943"/>
                  </a:lnTo>
                  <a:lnTo>
                    <a:pt x="10279" y="5797"/>
                  </a:lnTo>
                  <a:lnTo>
                    <a:pt x="10230" y="5651"/>
                  </a:lnTo>
                  <a:lnTo>
                    <a:pt x="10206" y="5480"/>
                  </a:lnTo>
                  <a:lnTo>
                    <a:pt x="10181" y="5285"/>
                  </a:lnTo>
                  <a:lnTo>
                    <a:pt x="10206" y="5115"/>
                  </a:lnTo>
                  <a:lnTo>
                    <a:pt x="10230" y="4944"/>
                  </a:lnTo>
                  <a:lnTo>
                    <a:pt x="10279" y="4774"/>
                  </a:lnTo>
                  <a:lnTo>
                    <a:pt x="10352" y="4603"/>
                  </a:lnTo>
                  <a:lnTo>
                    <a:pt x="10352" y="4603"/>
                  </a:lnTo>
                  <a:lnTo>
                    <a:pt x="10741" y="3873"/>
                  </a:lnTo>
                  <a:lnTo>
                    <a:pt x="11107" y="3118"/>
                  </a:lnTo>
                  <a:lnTo>
                    <a:pt x="11496" y="2338"/>
                  </a:lnTo>
                  <a:lnTo>
                    <a:pt x="11886" y="1486"/>
                  </a:lnTo>
                  <a:lnTo>
                    <a:pt x="11886" y="1486"/>
                  </a:lnTo>
                  <a:lnTo>
                    <a:pt x="11959" y="1315"/>
                  </a:lnTo>
                  <a:lnTo>
                    <a:pt x="11984" y="1169"/>
                  </a:lnTo>
                  <a:lnTo>
                    <a:pt x="11984" y="1048"/>
                  </a:lnTo>
                  <a:lnTo>
                    <a:pt x="11935" y="975"/>
                  </a:lnTo>
                  <a:lnTo>
                    <a:pt x="11862" y="950"/>
                  </a:lnTo>
                  <a:lnTo>
                    <a:pt x="11789" y="926"/>
                  </a:lnTo>
                  <a:lnTo>
                    <a:pt x="11667" y="975"/>
                  </a:lnTo>
                  <a:lnTo>
                    <a:pt x="11496" y="1023"/>
                  </a:lnTo>
                  <a:lnTo>
                    <a:pt x="11496" y="1023"/>
                  </a:lnTo>
                  <a:lnTo>
                    <a:pt x="11155" y="1194"/>
                  </a:lnTo>
                  <a:lnTo>
                    <a:pt x="10790" y="1315"/>
                  </a:lnTo>
                  <a:lnTo>
                    <a:pt x="10425" y="1413"/>
                  </a:lnTo>
                  <a:lnTo>
                    <a:pt x="10059" y="1462"/>
                  </a:lnTo>
                  <a:lnTo>
                    <a:pt x="9719" y="1510"/>
                  </a:lnTo>
                  <a:lnTo>
                    <a:pt x="9353" y="1510"/>
                  </a:lnTo>
                  <a:lnTo>
                    <a:pt x="8988" y="1486"/>
                  </a:lnTo>
                  <a:lnTo>
                    <a:pt x="8623" y="1462"/>
                  </a:lnTo>
                  <a:lnTo>
                    <a:pt x="8282" y="1389"/>
                  </a:lnTo>
                  <a:lnTo>
                    <a:pt x="7916" y="1315"/>
                  </a:lnTo>
                  <a:lnTo>
                    <a:pt x="7186" y="1145"/>
                  </a:lnTo>
                  <a:lnTo>
                    <a:pt x="6479" y="926"/>
                  </a:lnTo>
                  <a:lnTo>
                    <a:pt x="5749" y="682"/>
                  </a:lnTo>
                  <a:lnTo>
                    <a:pt x="5042" y="463"/>
                  </a:lnTo>
                  <a:lnTo>
                    <a:pt x="4312" y="268"/>
                  </a:lnTo>
                  <a:lnTo>
                    <a:pt x="3971" y="171"/>
                  </a:lnTo>
                  <a:lnTo>
                    <a:pt x="3605" y="98"/>
                  </a:lnTo>
                  <a:lnTo>
                    <a:pt x="3240" y="49"/>
                  </a:lnTo>
                  <a:lnTo>
                    <a:pt x="2875" y="25"/>
                  </a:lnTo>
                  <a:lnTo>
                    <a:pt x="2534" y="0"/>
                  </a:lnTo>
                  <a:lnTo>
                    <a:pt x="2168" y="25"/>
                  </a:lnTo>
                  <a:lnTo>
                    <a:pt x="1803" y="73"/>
                  </a:lnTo>
                  <a:lnTo>
                    <a:pt x="1438" y="122"/>
                  </a:lnTo>
                  <a:lnTo>
                    <a:pt x="1097" y="244"/>
                  </a:lnTo>
                  <a:lnTo>
                    <a:pt x="732" y="366"/>
                  </a:lnTo>
                  <a:lnTo>
                    <a:pt x="366" y="536"/>
                  </a:lnTo>
                  <a:lnTo>
                    <a:pt x="1" y="755"/>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4" name="Text Placeholder 2">
            <a:extLst>
              <a:ext uri="{FF2B5EF4-FFF2-40B4-BE49-F238E27FC236}">
                <a16:creationId xmlns:a16="http://schemas.microsoft.com/office/drawing/2014/main" id="{75FA472A-7AFD-46BC-8C3E-7439952E8F2E}"/>
              </a:ext>
            </a:extLst>
          </p:cNvPr>
          <p:cNvSpPr>
            <a:spLocks noGrp="1"/>
          </p:cNvSpPr>
          <p:nvPr>
            <p:ph type="body" idx="1"/>
          </p:nvPr>
        </p:nvSpPr>
        <p:spPr>
          <a:xfrm>
            <a:off x="1902775" y="3931493"/>
            <a:ext cx="6504161" cy="506283"/>
          </a:xfrm>
        </p:spPr>
        <p:txBody>
          <a:bodyPr lIns="91440" rIns="91440" anchor="t">
            <a:normAutofit/>
          </a:bodyPr>
          <a:lstStyle>
            <a:lvl1pPr marL="0" indent="0">
              <a:lnSpc>
                <a:spcPct val="100000"/>
              </a:lnSpc>
              <a:spcBef>
                <a:spcPts val="0"/>
              </a:spcBef>
              <a:buNone/>
              <a:defRPr sz="1800">
                <a:solidFill>
                  <a:schemeClr val="tx1">
                    <a:lumMod val="95000"/>
                    <a:lumOff val="5000"/>
                  </a:schemeClr>
                </a:solidFill>
                <a:latin typeface="Segoe UI Light" panose="020B0502040204020203" pitchFamily="34" charset="0"/>
                <a:cs typeface="Segoe UI Light" panose="020B0502040204020203"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Edit Master text styles</a:t>
            </a:r>
          </a:p>
        </p:txBody>
      </p:sp>
    </p:spTree>
    <p:extLst>
      <p:ext uri="{BB962C8B-B14F-4D97-AF65-F5344CB8AC3E}">
        <p14:creationId xmlns:p14="http://schemas.microsoft.com/office/powerpoint/2010/main" val="1970505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5239" y="263276"/>
            <a:ext cx="11187259" cy="101466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575240" y="1463857"/>
            <a:ext cx="11187258" cy="4845504"/>
          </a:xfrm>
          <a:prstGeom prst="rect">
            <a:avLst/>
          </a:prstGeom>
        </p:spPr>
        <p:txBody>
          <a:bodyPr vert="horz" lIns="45720" tIns="45720" rIns="4572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75240" y="6544402"/>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Segoe UI Light" panose="020B0502040204020203" pitchFamily="34" charset="0"/>
                <a:cs typeface="Segoe UI Light" panose="020B0502040204020203" pitchFamily="34" charset="0"/>
              </a:defRPr>
            </a:lvl1pPr>
          </a:lstStyle>
          <a:p>
            <a:endParaRPr lang="en-US"/>
          </a:p>
        </p:txBody>
      </p:sp>
      <p:sp>
        <p:nvSpPr>
          <p:cNvPr id="5" name="Footer Placeholder 4"/>
          <p:cNvSpPr>
            <a:spLocks noGrp="1"/>
          </p:cNvSpPr>
          <p:nvPr>
            <p:ph type="ftr" sz="quarter" idx="3"/>
          </p:nvPr>
        </p:nvSpPr>
        <p:spPr>
          <a:xfrm>
            <a:off x="5715301" y="6521027"/>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Segoe UI Light" panose="020B0502040204020203" pitchFamily="34" charset="0"/>
                <a:cs typeface="Segoe UI Light" panose="020B0502040204020203" pitchFamily="34" charset="0"/>
              </a:defRPr>
            </a:lvl1pPr>
          </a:lstStyle>
          <a:p>
            <a:r>
              <a:rPr lang="en-US"/>
              <a:t>CSE 373 AU 18</a:t>
            </a:r>
            <a:endParaRPr lang="en-US" dirty="0"/>
          </a:p>
        </p:txBody>
      </p:sp>
      <p:sp>
        <p:nvSpPr>
          <p:cNvPr id="6" name="Slide Number Placeholder 5"/>
          <p:cNvSpPr>
            <a:spLocks noGrp="1"/>
          </p:cNvSpPr>
          <p:nvPr>
            <p:ph type="sldNum" sz="quarter" idx="4"/>
          </p:nvPr>
        </p:nvSpPr>
        <p:spPr>
          <a:xfrm>
            <a:off x="11681670" y="6521027"/>
            <a:ext cx="421923" cy="274320"/>
          </a:xfrm>
          <a:prstGeom prst="rect">
            <a:avLst/>
          </a:prstGeom>
        </p:spPr>
        <p:txBody>
          <a:bodyPr vert="horz" lIns="91440" tIns="45720" rIns="91440" bIns="45720" rtlCol="0" anchor="ctr"/>
          <a:lstStyle>
            <a:lvl1pPr algn="r">
              <a:defRPr sz="1000">
                <a:solidFill>
                  <a:schemeClr val="tx1">
                    <a:lumMod val="95000"/>
                    <a:lumOff val="5000"/>
                  </a:schemeClr>
                </a:solidFill>
                <a:latin typeface="Segoe UI Light" panose="020B0502040204020203" pitchFamily="34" charset="0"/>
                <a:cs typeface="Segoe UI Light" panose="020B0502040204020203" pitchFamily="34" charset="0"/>
              </a:defRPr>
            </a:lvl1pPr>
          </a:lstStyle>
          <a:p>
            <a:fld id="{659665DE-58FC-41F4-AC58-2C90A5E00527}" type="slidenum">
              <a:rPr lang="en-US" smtClean="0"/>
              <a:pPr/>
              <a:t>‹#›</a:t>
            </a:fld>
            <a:endParaRPr lang="en-US"/>
          </a:p>
        </p:txBody>
      </p:sp>
      <p:cxnSp>
        <p:nvCxnSpPr>
          <p:cNvPr id="7" name="Straight Connector 6"/>
          <p:cNvCxnSpPr>
            <a:cxnSpLocks/>
          </p:cNvCxnSpPr>
          <p:nvPr/>
        </p:nvCxnSpPr>
        <p:spPr>
          <a:xfrm flipV="1">
            <a:off x="429491" y="172390"/>
            <a:ext cx="0" cy="1196439"/>
          </a:xfrm>
          <a:prstGeom prst="line">
            <a:avLst/>
          </a:prstGeom>
          <a:ln w="19050">
            <a:solidFill>
              <a:srgbClr val="4C328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88148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7" r:id="rId3"/>
    <p:sldLayoutId id="2147483676" r:id="rId4"/>
    <p:sldLayoutId id="2147483675" r:id="rId5"/>
    <p:sldLayoutId id="2147483663" r:id="rId6"/>
    <p:sldLayoutId id="2147483664" r:id="rId7"/>
    <p:sldLayoutId id="2147483673" r:id="rId8"/>
    <p:sldLayoutId id="2147483674" r:id="rId9"/>
    <p:sldLayoutId id="2147483665" r:id="rId10"/>
    <p:sldLayoutId id="2147483666" r:id="rId11"/>
    <p:sldLayoutId id="2147483667" r:id="rId12"/>
    <p:sldLayoutId id="2147483669" r:id="rId13"/>
    <p:sldLayoutId id="2147483670" r:id="rId14"/>
    <p:sldLayoutId id="2147483671" r:id="rId15"/>
    <p:sldLayoutId id="2147483672" r:id="rId16"/>
  </p:sldLayoutIdLst>
  <p:hf hdr="0" dt="0"/>
  <p:txStyles>
    <p:titleStyle>
      <a:lvl1pPr algn="l" defTabSz="914400" rtl="0" eaLnBrk="1" latinLnBrk="0" hangingPunct="1">
        <a:lnSpc>
          <a:spcPct val="80000"/>
        </a:lnSpc>
        <a:spcBef>
          <a:spcPct val="0"/>
        </a:spcBef>
        <a:buNone/>
        <a:defRPr sz="4400" kern="1200" cap="none" spc="100" baseline="0">
          <a:solidFill>
            <a:schemeClr val="tx1">
              <a:lumMod val="95000"/>
              <a:lumOff val="5000"/>
            </a:schemeClr>
          </a:solidFill>
          <a:latin typeface="Segoe UI" panose="020B0502040204020203" pitchFamily="34" charset="0"/>
          <a:ea typeface="+mj-ea"/>
          <a:cs typeface="Segoe UI" panose="020B0502040204020203" pitchFamily="34" charset="0"/>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Segoe UI Semilight" panose="020B0402040204020203" pitchFamily="34" charset="0"/>
          <a:ea typeface="+mn-ea"/>
          <a:cs typeface="Segoe UI Semilight" panose="020B0402040204020203" pitchFamily="34" charset="0"/>
        </a:defRPr>
      </a:lvl1pPr>
      <a:lvl2pPr marL="265176" indent="-137160" algn="l" defTabSz="914400" rtl="0" eaLnBrk="1" latinLnBrk="0" hangingPunct="1">
        <a:lnSpc>
          <a:spcPct val="90000"/>
        </a:lnSpc>
        <a:spcBef>
          <a:spcPts val="200"/>
        </a:spcBef>
        <a:spcAft>
          <a:spcPts val="400"/>
        </a:spcAft>
        <a:buClr>
          <a:srgbClr val="B6A479"/>
        </a:buClr>
        <a:buFont typeface="Segoe UI Semilight" panose="020B0402040204020203"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2pPr>
      <a:lvl3pPr marL="448056" indent="-137160" algn="l" defTabSz="914400" rtl="0" eaLnBrk="1" latinLnBrk="0" hangingPunct="1">
        <a:lnSpc>
          <a:spcPct val="90000"/>
        </a:lnSpc>
        <a:spcBef>
          <a:spcPts val="200"/>
        </a:spcBef>
        <a:spcAft>
          <a:spcPts val="400"/>
        </a:spcAft>
        <a:buClr>
          <a:srgbClr val="B6A479"/>
        </a:buClr>
        <a:buFont typeface="Segoe UI Semilight" panose="020B0402040204020203" pitchFamily="34" charset="0"/>
        <a:buChar char="-"/>
        <a:defRPr sz="1400" kern="1200">
          <a:solidFill>
            <a:schemeClr val="tx1"/>
          </a:solidFill>
          <a:latin typeface="Segoe UI Semilight" panose="020B0402040204020203" pitchFamily="34" charset="0"/>
          <a:ea typeface="+mn-ea"/>
          <a:cs typeface="Segoe UI Semilight" panose="020B0402040204020203" pitchFamily="34" charset="0"/>
        </a:defRPr>
      </a:lvl3pPr>
      <a:lvl4pPr marL="594360" indent="-137160" algn="l" defTabSz="914400" rtl="0" eaLnBrk="1" latinLnBrk="0" hangingPunct="1">
        <a:lnSpc>
          <a:spcPct val="90000"/>
        </a:lnSpc>
        <a:spcBef>
          <a:spcPts val="200"/>
        </a:spcBef>
        <a:spcAft>
          <a:spcPts val="400"/>
        </a:spcAft>
        <a:buClr>
          <a:srgbClr val="B6A479"/>
        </a:buClr>
        <a:buFont typeface="Segoe UI Semilight" panose="020B0402040204020203" pitchFamily="34" charset="0"/>
        <a:buChar char="-"/>
        <a:defRPr sz="1400" kern="1200">
          <a:solidFill>
            <a:schemeClr val="tx1"/>
          </a:solidFill>
          <a:latin typeface="Segoe UI Semilight" panose="020B0402040204020203" pitchFamily="34" charset="0"/>
          <a:ea typeface="+mn-ea"/>
          <a:cs typeface="Segoe UI Semilight" panose="020B0402040204020203" pitchFamily="34" charset="0"/>
        </a:defRPr>
      </a:lvl4pPr>
      <a:lvl5pPr marL="777240" indent="-137160" algn="l" defTabSz="914400" rtl="0" eaLnBrk="1" latinLnBrk="0" hangingPunct="1">
        <a:lnSpc>
          <a:spcPct val="90000"/>
        </a:lnSpc>
        <a:spcBef>
          <a:spcPts val="200"/>
        </a:spcBef>
        <a:spcAft>
          <a:spcPts val="400"/>
        </a:spcAft>
        <a:buClr>
          <a:srgbClr val="B6A479"/>
        </a:buClr>
        <a:buFont typeface="Segoe UI Semilight" panose="020B0402040204020203" pitchFamily="34" charset="0"/>
        <a:buChar char="-"/>
        <a:defRPr sz="1400" kern="1200">
          <a:solidFill>
            <a:schemeClr val="tx1"/>
          </a:solidFill>
          <a:latin typeface="Segoe UI Semilight" panose="020B0402040204020203" pitchFamily="34" charset="0"/>
          <a:ea typeface="+mn-ea"/>
          <a:cs typeface="Segoe UI Semilight" panose="020B0402040204020203" pitchFamily="34" charset="0"/>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662506"/>
            <a:ext cx="12192000" cy="3157850"/>
          </a:xfrm>
        </p:spPr>
        <p:txBody>
          <a:bodyPr>
            <a:normAutofit/>
          </a:bodyPr>
          <a:lstStyle/>
          <a:p>
            <a:r>
              <a:rPr lang="en-US" dirty="0">
                <a:solidFill>
                  <a:srgbClr val="4C3282"/>
                </a:solidFill>
              </a:rPr>
              <a:t>Minimum Spanning Tree</a:t>
            </a:r>
            <a:endParaRPr lang="en-US" sz="5000" dirty="0">
              <a:solidFill>
                <a:srgbClr val="4C3282"/>
              </a:solidFill>
            </a:endParaRPr>
          </a:p>
        </p:txBody>
      </p:sp>
      <p:sp>
        <p:nvSpPr>
          <p:cNvPr id="4" name="TextBox 3"/>
          <p:cNvSpPr txBox="1"/>
          <p:nvPr/>
        </p:nvSpPr>
        <p:spPr>
          <a:xfrm>
            <a:off x="-1500188" y="2257425"/>
            <a:ext cx="184731" cy="369332"/>
          </a:xfrm>
          <a:prstGeom prst="rect">
            <a:avLst/>
          </a:prstGeom>
          <a:noFill/>
        </p:spPr>
        <p:txBody>
          <a:bodyPr wrap="none" rtlCol="0">
            <a:spAutoFit/>
          </a:bodyPr>
          <a:lstStyle/>
          <a:p>
            <a:endParaRPr lang="en-US"/>
          </a:p>
        </p:txBody>
      </p:sp>
      <p:sp>
        <p:nvSpPr>
          <p:cNvPr id="7" name="Slide Number Placeholder 6">
            <a:extLst>
              <a:ext uri="{FF2B5EF4-FFF2-40B4-BE49-F238E27FC236}">
                <a16:creationId xmlns:a16="http://schemas.microsoft.com/office/drawing/2014/main" id="{1D27F251-5D4B-284E-A8FE-578DEF7CCB0B}"/>
              </a:ext>
            </a:extLst>
          </p:cNvPr>
          <p:cNvSpPr>
            <a:spLocks noGrp="1"/>
          </p:cNvSpPr>
          <p:nvPr>
            <p:ph type="sldNum" sz="quarter" idx="12"/>
          </p:nvPr>
        </p:nvSpPr>
        <p:spPr/>
        <p:txBody>
          <a:bodyPr/>
          <a:lstStyle/>
          <a:p>
            <a:fld id="{659665DE-58FC-41F4-AC58-2C90A5E00527}" type="slidenum">
              <a:rPr lang="en-US" smtClean="0"/>
              <a:t>1</a:t>
            </a:fld>
            <a:endParaRPr lang="en-US"/>
          </a:p>
        </p:txBody>
      </p:sp>
    </p:spTree>
    <p:extLst>
      <p:ext uri="{BB962C8B-B14F-4D97-AF65-F5344CB8AC3E}">
        <p14:creationId xmlns:p14="http://schemas.microsoft.com/office/powerpoint/2010/main" val="1419757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3217DAC-CFC2-CF43-A391-2543569C5FEC}"/>
              </a:ext>
            </a:extLst>
          </p:cNvPr>
          <p:cNvSpPr>
            <a:spLocks noGrp="1"/>
          </p:cNvSpPr>
          <p:nvPr>
            <p:ph idx="1"/>
          </p:nvPr>
        </p:nvSpPr>
        <p:spPr/>
        <p:txBody>
          <a:bodyPr>
            <a:normAutofit/>
          </a:bodyPr>
          <a:lstStyle/>
          <a:p>
            <a:endParaRPr lang="en-US" dirty="0"/>
          </a:p>
          <a:p>
            <a:r>
              <a:rPr lang="en-US" dirty="0"/>
              <a:t>Shortest path – find a shortest path between two vertices in a graph</a:t>
            </a:r>
          </a:p>
          <a:p>
            <a:r>
              <a:rPr lang="en-US" dirty="0"/>
              <a:t>Minimum spanning tree – find subset of edges with minimum total weights</a:t>
            </a:r>
          </a:p>
          <a:p>
            <a:endParaRPr lang="en-US" dirty="0"/>
          </a:p>
        </p:txBody>
      </p:sp>
      <p:sp>
        <p:nvSpPr>
          <p:cNvPr id="3" name="Title 2">
            <a:extLst>
              <a:ext uri="{FF2B5EF4-FFF2-40B4-BE49-F238E27FC236}">
                <a16:creationId xmlns:a16="http://schemas.microsoft.com/office/drawing/2014/main" id="{91BBB87F-F28E-CB49-835F-2211F3B91327}"/>
              </a:ext>
            </a:extLst>
          </p:cNvPr>
          <p:cNvSpPr>
            <a:spLocks noGrp="1"/>
          </p:cNvSpPr>
          <p:nvPr>
            <p:ph type="title"/>
          </p:nvPr>
        </p:nvSpPr>
        <p:spPr/>
        <p:txBody>
          <a:bodyPr/>
          <a:lstStyle/>
          <a:p>
            <a:r>
              <a:rPr lang="en-US"/>
              <a:t>Four classes of graph problem</a:t>
            </a:r>
            <a:endParaRPr lang="en-US" dirty="0"/>
          </a:p>
        </p:txBody>
      </p:sp>
      <p:sp>
        <p:nvSpPr>
          <p:cNvPr id="4" name="Footer Placeholder 3">
            <a:extLst>
              <a:ext uri="{FF2B5EF4-FFF2-40B4-BE49-F238E27FC236}">
                <a16:creationId xmlns:a16="http://schemas.microsoft.com/office/drawing/2014/main" id="{29BA05E0-EE09-3342-9D15-3447090D3048}"/>
              </a:ext>
            </a:extLst>
          </p:cNvPr>
          <p:cNvSpPr>
            <a:spLocks noGrp="1"/>
          </p:cNvSpPr>
          <p:nvPr>
            <p:ph type="ftr" sz="quarter" idx="11"/>
          </p:nvPr>
        </p:nvSpPr>
        <p:spPr/>
        <p:txBody>
          <a:bodyPr/>
          <a:lstStyle/>
          <a:p>
            <a:r>
              <a:rPr lang="en-US"/>
              <a:t>CSE 373 AU 18</a:t>
            </a:r>
            <a:endParaRPr lang="en-US" dirty="0"/>
          </a:p>
        </p:txBody>
      </p:sp>
      <p:sp>
        <p:nvSpPr>
          <p:cNvPr id="5" name="Slide Number Placeholder 4">
            <a:extLst>
              <a:ext uri="{FF2B5EF4-FFF2-40B4-BE49-F238E27FC236}">
                <a16:creationId xmlns:a16="http://schemas.microsoft.com/office/drawing/2014/main" id="{8CBEC6F8-95A2-7445-A6AC-800D9660D37A}"/>
              </a:ext>
            </a:extLst>
          </p:cNvPr>
          <p:cNvSpPr>
            <a:spLocks noGrp="1"/>
          </p:cNvSpPr>
          <p:nvPr>
            <p:ph type="sldNum" sz="quarter" idx="12"/>
          </p:nvPr>
        </p:nvSpPr>
        <p:spPr/>
        <p:txBody>
          <a:bodyPr/>
          <a:lstStyle/>
          <a:p>
            <a:fld id="{659665DE-58FC-41F4-AC58-2C90A5E00527}" type="slidenum">
              <a:rPr lang="en-US" smtClean="0"/>
              <a:pPr/>
              <a:t>2</a:t>
            </a:fld>
            <a:endParaRPr lang="en-US"/>
          </a:p>
        </p:txBody>
      </p:sp>
    </p:spTree>
    <p:extLst>
      <p:ext uri="{BB962C8B-B14F-4D97-AF65-F5344CB8AC3E}">
        <p14:creationId xmlns:p14="http://schemas.microsoft.com/office/powerpoint/2010/main" val="2757830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 Spanning Trees</a:t>
            </a:r>
          </a:p>
        </p:txBody>
      </p:sp>
      <p:sp>
        <p:nvSpPr>
          <p:cNvPr id="3" name="Content Placeholder 2"/>
          <p:cNvSpPr>
            <a:spLocks noGrp="1"/>
          </p:cNvSpPr>
          <p:nvPr>
            <p:ph idx="1"/>
          </p:nvPr>
        </p:nvSpPr>
        <p:spPr>
          <a:xfrm>
            <a:off x="575240" y="1463857"/>
            <a:ext cx="11187258" cy="730703"/>
          </a:xfrm>
        </p:spPr>
        <p:txBody>
          <a:bodyPr/>
          <a:lstStyle/>
          <a:p>
            <a:r>
              <a:rPr lang="en-US" dirty="0"/>
              <a:t>It’s the 1920’s. Your friend at the electric company needs to choose where to build wires to connect all these cities to the plant. </a:t>
            </a:r>
          </a:p>
        </p:txBody>
      </p:sp>
      <p:sp>
        <p:nvSpPr>
          <p:cNvPr id="4" name="Footer Placeholder 3"/>
          <p:cNvSpPr>
            <a:spLocks noGrp="1"/>
          </p:cNvSpPr>
          <p:nvPr>
            <p:ph type="ftr" sz="quarter" idx="11"/>
          </p:nvPr>
        </p:nvSpPr>
        <p:spPr/>
        <p:txBody>
          <a:bodyPr/>
          <a:lstStyle/>
          <a:p>
            <a:r>
              <a:rPr lang="en-US"/>
              <a:t>CSE 373 AU 18</a:t>
            </a:r>
          </a:p>
        </p:txBody>
      </p:sp>
      <p:sp>
        <p:nvSpPr>
          <p:cNvPr id="5" name="Slide Number Placeholder 4"/>
          <p:cNvSpPr>
            <a:spLocks noGrp="1"/>
          </p:cNvSpPr>
          <p:nvPr>
            <p:ph type="sldNum" sz="quarter" idx="12"/>
          </p:nvPr>
        </p:nvSpPr>
        <p:spPr/>
        <p:txBody>
          <a:bodyPr/>
          <a:lstStyle/>
          <a:p>
            <a:fld id="{659665DE-58FC-41F4-AC58-2C90A5E00527}" type="slidenum">
              <a:rPr lang="en-US" smtClean="0"/>
              <a:t>3</a:t>
            </a:fld>
            <a:endParaRPr lang="en-US"/>
          </a:p>
        </p:txBody>
      </p:sp>
      <p:sp>
        <p:nvSpPr>
          <p:cNvPr id="6" name="Oval 5"/>
          <p:cNvSpPr/>
          <p:nvPr/>
        </p:nvSpPr>
        <p:spPr>
          <a:xfrm>
            <a:off x="3208719" y="3943649"/>
            <a:ext cx="285750" cy="279649"/>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7" name="Oval 6"/>
          <p:cNvSpPr/>
          <p:nvPr/>
        </p:nvSpPr>
        <p:spPr>
          <a:xfrm>
            <a:off x="4906961" y="2284898"/>
            <a:ext cx="285750" cy="279649"/>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8" name="Oval 7"/>
          <p:cNvSpPr/>
          <p:nvPr/>
        </p:nvSpPr>
        <p:spPr>
          <a:xfrm>
            <a:off x="4511722" y="4848235"/>
            <a:ext cx="285750" cy="279649"/>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p>
        </p:txBody>
      </p:sp>
      <p:sp>
        <p:nvSpPr>
          <p:cNvPr id="9" name="Oval 8"/>
          <p:cNvSpPr/>
          <p:nvPr/>
        </p:nvSpPr>
        <p:spPr>
          <a:xfrm>
            <a:off x="6696075" y="4833371"/>
            <a:ext cx="388722" cy="380422"/>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Oval 9"/>
          <p:cNvSpPr/>
          <p:nvPr/>
        </p:nvSpPr>
        <p:spPr>
          <a:xfrm>
            <a:off x="6838950" y="3137635"/>
            <a:ext cx="285750" cy="279649"/>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p>
        </p:txBody>
      </p:sp>
      <p:sp>
        <p:nvSpPr>
          <p:cNvPr id="11" name="Oval 10"/>
          <p:cNvSpPr/>
          <p:nvPr/>
        </p:nvSpPr>
        <p:spPr>
          <a:xfrm>
            <a:off x="4621211" y="3763310"/>
            <a:ext cx="285750" cy="279649"/>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cxnSp>
        <p:nvCxnSpPr>
          <p:cNvPr id="20" name="Straight Connector 19"/>
          <p:cNvCxnSpPr>
            <a:stCxn id="7" idx="2"/>
            <a:endCxn id="6" idx="7"/>
          </p:cNvCxnSpPr>
          <p:nvPr/>
        </p:nvCxnSpPr>
        <p:spPr>
          <a:xfrm flipH="1">
            <a:off x="3452622" y="2424723"/>
            <a:ext cx="1454339" cy="15598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6" idx="5"/>
            <a:endCxn id="8" idx="2"/>
          </p:cNvCxnSpPr>
          <p:nvPr/>
        </p:nvCxnSpPr>
        <p:spPr>
          <a:xfrm>
            <a:off x="3452622" y="4182344"/>
            <a:ext cx="1059100" cy="8057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8" idx="0"/>
            <a:endCxn id="11" idx="4"/>
          </p:cNvCxnSpPr>
          <p:nvPr/>
        </p:nvCxnSpPr>
        <p:spPr>
          <a:xfrm flipV="1">
            <a:off x="4654597" y="4042959"/>
            <a:ext cx="109489" cy="8052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1" idx="2"/>
            <a:endCxn id="6" idx="6"/>
          </p:cNvCxnSpPr>
          <p:nvPr/>
        </p:nvCxnSpPr>
        <p:spPr>
          <a:xfrm flipH="1">
            <a:off x="3494469" y="3903135"/>
            <a:ext cx="1126742" cy="1803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11" idx="7"/>
            <a:endCxn id="10" idx="2"/>
          </p:cNvCxnSpPr>
          <p:nvPr/>
        </p:nvCxnSpPr>
        <p:spPr>
          <a:xfrm flipV="1">
            <a:off x="4865114" y="3277460"/>
            <a:ext cx="1973836" cy="5268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10" idx="4"/>
            <a:endCxn id="9" idx="0"/>
          </p:cNvCxnSpPr>
          <p:nvPr/>
        </p:nvCxnSpPr>
        <p:spPr>
          <a:xfrm flipH="1">
            <a:off x="6890436" y="3417284"/>
            <a:ext cx="91389" cy="1416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9" idx="3"/>
            <a:endCxn id="8" idx="6"/>
          </p:cNvCxnSpPr>
          <p:nvPr/>
        </p:nvCxnSpPr>
        <p:spPr>
          <a:xfrm flipH="1" flipV="1">
            <a:off x="4797472" y="4988060"/>
            <a:ext cx="1955530" cy="1700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9" idx="1"/>
            <a:endCxn id="7" idx="6"/>
          </p:cNvCxnSpPr>
          <p:nvPr/>
        </p:nvCxnSpPr>
        <p:spPr>
          <a:xfrm flipH="1" flipV="1">
            <a:off x="5192711" y="2424723"/>
            <a:ext cx="1560291" cy="2464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10" idx="3"/>
            <a:endCxn id="8" idx="7"/>
          </p:cNvCxnSpPr>
          <p:nvPr/>
        </p:nvCxnSpPr>
        <p:spPr>
          <a:xfrm flipH="1">
            <a:off x="4755625" y="3376330"/>
            <a:ext cx="2125172" cy="151285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11" idx="5"/>
            <a:endCxn id="9" idx="2"/>
          </p:cNvCxnSpPr>
          <p:nvPr/>
        </p:nvCxnSpPr>
        <p:spPr>
          <a:xfrm>
            <a:off x="4865114" y="4002005"/>
            <a:ext cx="1830961" cy="10215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3739896" y="2907792"/>
            <a:ext cx="317944" cy="369667"/>
          </a:xfrm>
          <a:prstGeom prst="rect">
            <a:avLst/>
          </a:prstGeom>
          <a:noFill/>
        </p:spPr>
        <p:txBody>
          <a:bodyPr wrap="square" rtlCol="0">
            <a:spAutoFit/>
          </a:bodyPr>
          <a:lstStyle/>
          <a:p>
            <a:r>
              <a:rPr lang="en-US" dirty="0"/>
              <a:t>3</a:t>
            </a:r>
          </a:p>
        </p:txBody>
      </p:sp>
      <p:sp>
        <p:nvSpPr>
          <p:cNvPr id="55" name="TextBox 54"/>
          <p:cNvSpPr txBox="1"/>
          <p:nvPr/>
        </p:nvSpPr>
        <p:spPr>
          <a:xfrm>
            <a:off x="5486272" y="2650885"/>
            <a:ext cx="317944" cy="369667"/>
          </a:xfrm>
          <a:prstGeom prst="rect">
            <a:avLst/>
          </a:prstGeom>
          <a:noFill/>
        </p:spPr>
        <p:txBody>
          <a:bodyPr wrap="square" rtlCol="0">
            <a:spAutoFit/>
          </a:bodyPr>
          <a:lstStyle/>
          <a:p>
            <a:r>
              <a:rPr lang="en-US" dirty="0"/>
              <a:t>6</a:t>
            </a:r>
          </a:p>
        </p:txBody>
      </p:sp>
      <p:sp>
        <p:nvSpPr>
          <p:cNvPr id="56" name="TextBox 55"/>
          <p:cNvSpPr txBox="1"/>
          <p:nvPr/>
        </p:nvSpPr>
        <p:spPr>
          <a:xfrm>
            <a:off x="5103048" y="3314400"/>
            <a:ext cx="317944" cy="369667"/>
          </a:xfrm>
          <a:prstGeom prst="rect">
            <a:avLst/>
          </a:prstGeom>
          <a:noFill/>
        </p:spPr>
        <p:txBody>
          <a:bodyPr wrap="square" rtlCol="0">
            <a:spAutoFit/>
          </a:bodyPr>
          <a:lstStyle/>
          <a:p>
            <a:r>
              <a:rPr lang="en-US" dirty="0"/>
              <a:t>2</a:t>
            </a:r>
          </a:p>
        </p:txBody>
      </p:sp>
      <p:sp>
        <p:nvSpPr>
          <p:cNvPr id="57" name="TextBox 56"/>
          <p:cNvSpPr txBox="1"/>
          <p:nvPr/>
        </p:nvSpPr>
        <p:spPr>
          <a:xfrm>
            <a:off x="4001420" y="3644114"/>
            <a:ext cx="317944" cy="369667"/>
          </a:xfrm>
          <a:prstGeom prst="rect">
            <a:avLst/>
          </a:prstGeom>
          <a:noFill/>
        </p:spPr>
        <p:txBody>
          <a:bodyPr wrap="square" rtlCol="0">
            <a:spAutoFit/>
          </a:bodyPr>
          <a:lstStyle/>
          <a:p>
            <a:r>
              <a:rPr lang="en-US" dirty="0"/>
              <a:t>1</a:t>
            </a:r>
          </a:p>
        </p:txBody>
      </p:sp>
      <p:sp>
        <p:nvSpPr>
          <p:cNvPr id="58" name="TextBox 57"/>
          <p:cNvSpPr txBox="1"/>
          <p:nvPr/>
        </p:nvSpPr>
        <p:spPr>
          <a:xfrm>
            <a:off x="3754311" y="4585202"/>
            <a:ext cx="317944" cy="369667"/>
          </a:xfrm>
          <a:prstGeom prst="rect">
            <a:avLst/>
          </a:prstGeom>
          <a:noFill/>
        </p:spPr>
        <p:txBody>
          <a:bodyPr wrap="square" rtlCol="0">
            <a:spAutoFit/>
          </a:bodyPr>
          <a:lstStyle/>
          <a:p>
            <a:r>
              <a:rPr lang="en-US" dirty="0"/>
              <a:t>4</a:t>
            </a:r>
          </a:p>
        </p:txBody>
      </p:sp>
      <p:sp>
        <p:nvSpPr>
          <p:cNvPr id="59" name="TextBox 58"/>
          <p:cNvSpPr txBox="1"/>
          <p:nvPr/>
        </p:nvSpPr>
        <p:spPr>
          <a:xfrm>
            <a:off x="4440881" y="4186749"/>
            <a:ext cx="317944" cy="369667"/>
          </a:xfrm>
          <a:prstGeom prst="rect">
            <a:avLst/>
          </a:prstGeom>
          <a:noFill/>
        </p:spPr>
        <p:txBody>
          <a:bodyPr wrap="square" rtlCol="0">
            <a:spAutoFit/>
          </a:bodyPr>
          <a:lstStyle/>
          <a:p>
            <a:r>
              <a:rPr lang="en-US" dirty="0"/>
              <a:t>5</a:t>
            </a:r>
          </a:p>
        </p:txBody>
      </p:sp>
      <p:sp>
        <p:nvSpPr>
          <p:cNvPr id="60" name="TextBox 59"/>
          <p:cNvSpPr txBox="1"/>
          <p:nvPr/>
        </p:nvSpPr>
        <p:spPr>
          <a:xfrm>
            <a:off x="5486272" y="5030063"/>
            <a:ext cx="317944" cy="369667"/>
          </a:xfrm>
          <a:prstGeom prst="rect">
            <a:avLst/>
          </a:prstGeom>
          <a:noFill/>
        </p:spPr>
        <p:txBody>
          <a:bodyPr wrap="square" rtlCol="0">
            <a:spAutoFit/>
          </a:bodyPr>
          <a:lstStyle/>
          <a:p>
            <a:r>
              <a:rPr lang="en-US" dirty="0"/>
              <a:t>8</a:t>
            </a:r>
          </a:p>
        </p:txBody>
      </p:sp>
      <p:sp>
        <p:nvSpPr>
          <p:cNvPr id="61" name="TextBox 60"/>
          <p:cNvSpPr txBox="1"/>
          <p:nvPr/>
        </p:nvSpPr>
        <p:spPr>
          <a:xfrm>
            <a:off x="7020482" y="4002005"/>
            <a:ext cx="317944" cy="369667"/>
          </a:xfrm>
          <a:prstGeom prst="rect">
            <a:avLst/>
          </a:prstGeom>
          <a:noFill/>
        </p:spPr>
        <p:txBody>
          <a:bodyPr wrap="square" rtlCol="0">
            <a:spAutoFit/>
          </a:bodyPr>
          <a:lstStyle/>
          <a:p>
            <a:r>
              <a:rPr lang="en-US" dirty="0"/>
              <a:t>9</a:t>
            </a:r>
          </a:p>
        </p:txBody>
      </p:sp>
      <p:sp>
        <p:nvSpPr>
          <p:cNvPr id="62" name="TextBox 61"/>
          <p:cNvSpPr txBox="1"/>
          <p:nvPr/>
        </p:nvSpPr>
        <p:spPr>
          <a:xfrm>
            <a:off x="4953495" y="3846890"/>
            <a:ext cx="614127" cy="369666"/>
          </a:xfrm>
          <a:prstGeom prst="rect">
            <a:avLst/>
          </a:prstGeom>
          <a:noFill/>
        </p:spPr>
        <p:txBody>
          <a:bodyPr wrap="square" rtlCol="0">
            <a:spAutoFit/>
          </a:bodyPr>
          <a:lstStyle/>
          <a:p>
            <a:r>
              <a:rPr lang="en-US" dirty="0"/>
              <a:t>10</a:t>
            </a:r>
          </a:p>
        </p:txBody>
      </p:sp>
      <p:sp>
        <p:nvSpPr>
          <p:cNvPr id="63" name="TextBox 62"/>
          <p:cNvSpPr txBox="1"/>
          <p:nvPr/>
        </p:nvSpPr>
        <p:spPr>
          <a:xfrm>
            <a:off x="4821304" y="4390448"/>
            <a:ext cx="317944" cy="369667"/>
          </a:xfrm>
          <a:prstGeom prst="rect">
            <a:avLst/>
          </a:prstGeom>
          <a:noFill/>
        </p:spPr>
        <p:txBody>
          <a:bodyPr wrap="square" rtlCol="0">
            <a:spAutoFit/>
          </a:bodyPr>
          <a:lstStyle/>
          <a:p>
            <a:r>
              <a:rPr lang="en-US" dirty="0"/>
              <a:t>7</a:t>
            </a:r>
          </a:p>
        </p:txBody>
      </p:sp>
      <p:sp>
        <p:nvSpPr>
          <p:cNvPr id="64" name="TextBox 63"/>
          <p:cNvSpPr txBox="1"/>
          <p:nvPr/>
        </p:nvSpPr>
        <p:spPr>
          <a:xfrm>
            <a:off x="575239" y="5312664"/>
            <a:ext cx="11187260" cy="646331"/>
          </a:xfrm>
          <a:prstGeom prst="rect">
            <a:avLst/>
          </a:prstGeom>
          <a:noFill/>
        </p:spPr>
        <p:txBody>
          <a:bodyPr wrap="square" rtlCol="0">
            <a:spAutoFit/>
          </a:bodyPr>
          <a:lstStyle/>
          <a:p>
            <a:r>
              <a:rPr lang="en-US" dirty="0"/>
              <a:t>She knows how much it would cost to lay electric wires between any pair of locations, and wants the cheapest way to make sure electricity from the plant to every city.</a:t>
            </a:r>
          </a:p>
        </p:txBody>
      </p:sp>
      <p:pic>
        <p:nvPicPr>
          <p:cNvPr id="1026" name="Picture 2" descr="Factory on Microsoft Windows 10 April 2018 Updat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1500" y="4894321"/>
            <a:ext cx="237871" cy="237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4818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 Spanning Trees</a:t>
            </a:r>
          </a:p>
        </p:txBody>
      </p:sp>
      <p:sp>
        <p:nvSpPr>
          <p:cNvPr id="3" name="Content Placeholder 2"/>
          <p:cNvSpPr>
            <a:spLocks noGrp="1"/>
          </p:cNvSpPr>
          <p:nvPr>
            <p:ph idx="1"/>
          </p:nvPr>
        </p:nvSpPr>
        <p:spPr/>
        <p:txBody>
          <a:bodyPr>
            <a:normAutofit/>
          </a:bodyPr>
          <a:lstStyle/>
          <a:p>
            <a:r>
              <a:rPr lang="en-US" dirty="0"/>
              <a:t>What do we need? A set of edges such that:</a:t>
            </a:r>
          </a:p>
          <a:p>
            <a:pPr lvl="1"/>
            <a:r>
              <a:rPr lang="en-US" dirty="0"/>
              <a:t>Every vertex touches at least one of the edges. (the edges </a:t>
            </a:r>
            <a:r>
              <a:rPr lang="en-US" b="1" dirty="0"/>
              <a:t>span</a:t>
            </a:r>
            <a:r>
              <a:rPr lang="en-US" dirty="0"/>
              <a:t> the graph)</a:t>
            </a:r>
          </a:p>
          <a:p>
            <a:pPr lvl="1"/>
            <a:r>
              <a:rPr lang="en-US" dirty="0"/>
              <a:t>The graph on just those edges is </a:t>
            </a:r>
            <a:r>
              <a:rPr lang="en-US" b="1" dirty="0"/>
              <a:t>connected</a:t>
            </a:r>
            <a:r>
              <a:rPr lang="en-US" dirty="0"/>
              <a:t>.</a:t>
            </a:r>
          </a:p>
          <a:p>
            <a:pPr lvl="1"/>
            <a:r>
              <a:rPr lang="en-US" dirty="0"/>
              <a:t>The minimum weight set of edges that meet those conditions.</a:t>
            </a:r>
          </a:p>
          <a:p>
            <a:r>
              <a:rPr lang="en-US" dirty="0"/>
              <a:t>Assume all edge weights are positive.</a:t>
            </a:r>
          </a:p>
          <a:p>
            <a:r>
              <a:rPr lang="en-US" dirty="0"/>
              <a:t>Claim: The set of edges we pick never has a cycle. Why?</a:t>
            </a:r>
          </a:p>
        </p:txBody>
      </p:sp>
      <p:sp>
        <p:nvSpPr>
          <p:cNvPr id="4" name="Footer Placeholder 3"/>
          <p:cNvSpPr>
            <a:spLocks noGrp="1"/>
          </p:cNvSpPr>
          <p:nvPr>
            <p:ph type="ftr" sz="quarter" idx="11"/>
          </p:nvPr>
        </p:nvSpPr>
        <p:spPr/>
        <p:txBody>
          <a:bodyPr/>
          <a:lstStyle/>
          <a:p>
            <a:r>
              <a:rPr lang="en-US"/>
              <a:t>CSE 373 AU 18</a:t>
            </a:r>
          </a:p>
        </p:txBody>
      </p:sp>
      <p:sp>
        <p:nvSpPr>
          <p:cNvPr id="5" name="Slide Number Placeholder 4"/>
          <p:cNvSpPr>
            <a:spLocks noGrp="1"/>
          </p:cNvSpPr>
          <p:nvPr>
            <p:ph type="sldNum" sz="quarter" idx="12"/>
          </p:nvPr>
        </p:nvSpPr>
        <p:spPr/>
        <p:txBody>
          <a:bodyPr/>
          <a:lstStyle/>
          <a:p>
            <a:fld id="{659665DE-58FC-41F4-AC58-2C90A5E00527}" type="slidenum">
              <a:rPr lang="en-US" smtClean="0"/>
              <a:t>4</a:t>
            </a:fld>
            <a:endParaRPr lang="en-US"/>
          </a:p>
        </p:txBody>
      </p:sp>
    </p:spTree>
    <p:extLst>
      <p:ext uri="{BB962C8B-B14F-4D97-AF65-F5344CB8AC3E}">
        <p14:creationId xmlns:p14="http://schemas.microsoft.com/office/powerpoint/2010/main" val="1784005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Aside: Trees 	</a:t>
            </a:r>
          </a:p>
        </p:txBody>
      </p:sp>
      <p:sp>
        <p:nvSpPr>
          <p:cNvPr id="3" name="Content Placeholder 2"/>
          <p:cNvSpPr>
            <a:spLocks noGrp="1"/>
          </p:cNvSpPr>
          <p:nvPr>
            <p:ph idx="1"/>
          </p:nvPr>
        </p:nvSpPr>
        <p:spPr>
          <a:xfrm>
            <a:off x="575240" y="1463857"/>
            <a:ext cx="11187258" cy="4845504"/>
          </a:xfrm>
        </p:spPr>
        <p:txBody>
          <a:bodyPr>
            <a:normAutofit/>
          </a:bodyPr>
          <a:lstStyle/>
          <a:p>
            <a:r>
              <a:rPr lang="en-US" dirty="0"/>
              <a:t>Our BSTs had:</a:t>
            </a:r>
          </a:p>
          <a:p>
            <a:pPr lvl="1"/>
            <a:r>
              <a:rPr lang="en-US" dirty="0"/>
              <a:t>A root</a:t>
            </a:r>
          </a:p>
          <a:p>
            <a:pPr lvl="1"/>
            <a:r>
              <a:rPr lang="en-US" dirty="0"/>
              <a:t>Left and/or right children </a:t>
            </a:r>
          </a:p>
          <a:p>
            <a:pPr lvl="1"/>
            <a:r>
              <a:rPr lang="en-US" dirty="0"/>
              <a:t>Connected and no cycles</a:t>
            </a:r>
          </a:p>
          <a:p>
            <a:r>
              <a:rPr lang="en-US" dirty="0"/>
              <a:t>Our heaps had:</a:t>
            </a:r>
          </a:p>
          <a:p>
            <a:pPr lvl="1"/>
            <a:r>
              <a:rPr lang="en-US" dirty="0"/>
              <a:t>A root</a:t>
            </a:r>
          </a:p>
          <a:p>
            <a:pPr lvl="1"/>
            <a:r>
              <a:rPr lang="en-US" dirty="0"/>
              <a:t>Varying numbers of children (but same at each level of the tree)</a:t>
            </a:r>
          </a:p>
          <a:p>
            <a:pPr lvl="1"/>
            <a:r>
              <a:rPr lang="en-US" dirty="0">
                <a:sym typeface="Wingdings" panose="05000000000000000000" pitchFamily="2" charset="2"/>
              </a:rPr>
              <a:t>Connected and no cycles</a:t>
            </a:r>
          </a:p>
          <a:p>
            <a:r>
              <a:rPr lang="en-US" dirty="0">
                <a:sym typeface="Wingdings" panose="05000000000000000000" pitchFamily="2" charset="2"/>
              </a:rPr>
              <a:t>On graphs our tees:</a:t>
            </a:r>
          </a:p>
          <a:p>
            <a:pPr lvl="1"/>
            <a:r>
              <a:rPr lang="en-US" dirty="0">
                <a:sym typeface="Wingdings" panose="05000000000000000000" pitchFamily="2" charset="2"/>
              </a:rPr>
              <a:t>Don’t need a root (the vertices aren’t ordered, and we can start BFS from anywhere)</a:t>
            </a:r>
          </a:p>
          <a:p>
            <a:pPr lvl="1"/>
            <a:r>
              <a:rPr lang="en-US" dirty="0">
                <a:sym typeface="Wingdings" panose="05000000000000000000" pitchFamily="2" charset="2"/>
              </a:rPr>
              <a:t>Varying numbers of children (can also vary at each level)</a:t>
            </a:r>
          </a:p>
          <a:p>
            <a:pPr lvl="1"/>
            <a:r>
              <a:rPr lang="en-US" dirty="0">
                <a:sym typeface="Wingdings" panose="05000000000000000000" pitchFamily="2" charset="2"/>
              </a:rPr>
              <a:t>Connected and no cycles </a:t>
            </a:r>
          </a:p>
        </p:txBody>
      </p:sp>
      <p:sp>
        <p:nvSpPr>
          <p:cNvPr id="4" name="Footer Placeholder 3"/>
          <p:cNvSpPr>
            <a:spLocks noGrp="1"/>
          </p:cNvSpPr>
          <p:nvPr>
            <p:ph type="ftr" sz="quarter" idx="11"/>
          </p:nvPr>
        </p:nvSpPr>
        <p:spPr>
          <a:xfrm>
            <a:off x="5715301" y="6481271"/>
            <a:ext cx="5901459" cy="274320"/>
          </a:xfrm>
        </p:spPr>
        <p:txBody>
          <a:bodyPr/>
          <a:lstStyle/>
          <a:p>
            <a:r>
              <a:rPr lang="en-US"/>
              <a:t>CSE 373 AU 18</a:t>
            </a:r>
          </a:p>
        </p:txBody>
      </p:sp>
      <p:sp>
        <p:nvSpPr>
          <p:cNvPr id="5" name="Slide Number Placeholder 4"/>
          <p:cNvSpPr>
            <a:spLocks noGrp="1"/>
          </p:cNvSpPr>
          <p:nvPr>
            <p:ph type="sldNum" sz="quarter" idx="12"/>
          </p:nvPr>
        </p:nvSpPr>
        <p:spPr>
          <a:xfrm>
            <a:off x="11681670" y="6481271"/>
            <a:ext cx="421923" cy="274320"/>
          </a:xfrm>
        </p:spPr>
        <p:txBody>
          <a:bodyPr/>
          <a:lstStyle/>
          <a:p>
            <a:fld id="{659665DE-58FC-41F4-AC58-2C90A5E00527}" type="slidenum">
              <a:rPr lang="en-US" smtClean="0"/>
              <a:t>5</a:t>
            </a:fld>
            <a:endParaRPr lang="en-US"/>
          </a:p>
        </p:txBody>
      </p:sp>
      <p:sp>
        <p:nvSpPr>
          <p:cNvPr id="6" name="Rectangle 5">
            <a:extLst>
              <a:ext uri="{FF2B5EF4-FFF2-40B4-BE49-F238E27FC236}">
                <a16:creationId xmlns:a16="http://schemas.microsoft.com/office/drawing/2014/main" id="{0212AD7B-7D51-416A-B4C2-4025989E54C5}"/>
              </a:ext>
            </a:extLst>
          </p:cNvPr>
          <p:cNvSpPr/>
          <p:nvPr/>
        </p:nvSpPr>
        <p:spPr>
          <a:xfrm>
            <a:off x="4719770" y="5157913"/>
            <a:ext cx="6111311" cy="1004346"/>
          </a:xfrm>
          <a:prstGeom prst="rect">
            <a:avLst/>
          </a:prstGeom>
          <a:solidFill>
            <a:srgbClr val="A48D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200" dirty="0"/>
          </a:p>
          <a:p>
            <a:r>
              <a:rPr lang="en-US" sz="2200" dirty="0"/>
              <a:t>An undirected, connected acyclic graph.</a:t>
            </a:r>
          </a:p>
        </p:txBody>
      </p:sp>
      <p:sp>
        <p:nvSpPr>
          <p:cNvPr id="7" name="Rectangle 6">
            <a:extLst>
              <a:ext uri="{FF2B5EF4-FFF2-40B4-BE49-F238E27FC236}">
                <a16:creationId xmlns:a16="http://schemas.microsoft.com/office/drawing/2014/main" id="{8A9946EA-805B-4D0E-9DDF-CD5DEE930681}"/>
              </a:ext>
            </a:extLst>
          </p:cNvPr>
          <p:cNvSpPr/>
          <p:nvPr/>
        </p:nvSpPr>
        <p:spPr>
          <a:xfrm>
            <a:off x="4719770" y="5157913"/>
            <a:ext cx="6101786" cy="476250"/>
          </a:xfrm>
          <a:prstGeom prst="rect">
            <a:avLst/>
          </a:prstGeom>
          <a:solidFill>
            <a:srgbClr val="4C3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b="1" dirty="0"/>
              <a:t>Tree</a:t>
            </a:r>
            <a:r>
              <a:rPr lang="en-US" sz="2200" dirty="0"/>
              <a:t> </a:t>
            </a:r>
            <a:r>
              <a:rPr lang="en-US" sz="2200" b="1" dirty="0"/>
              <a:t>(when talking about graphs)</a:t>
            </a:r>
          </a:p>
        </p:txBody>
      </p:sp>
    </p:spTree>
    <p:extLst>
      <p:ext uri="{BB962C8B-B14F-4D97-AF65-F5344CB8AC3E}">
        <p14:creationId xmlns:p14="http://schemas.microsoft.com/office/powerpoint/2010/main" val="461900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MST Problem</a:t>
            </a:r>
          </a:p>
        </p:txBody>
      </p:sp>
      <p:sp>
        <p:nvSpPr>
          <p:cNvPr id="3" name="Content Placeholder 2"/>
          <p:cNvSpPr>
            <a:spLocks noGrp="1"/>
          </p:cNvSpPr>
          <p:nvPr>
            <p:ph idx="1"/>
          </p:nvPr>
        </p:nvSpPr>
        <p:spPr/>
        <p:txBody>
          <a:bodyPr>
            <a:normAutofit/>
          </a:bodyPr>
          <a:lstStyle/>
          <a:p>
            <a:r>
              <a:rPr lang="en-US" dirty="0"/>
              <a:t>What do we need? A set of edges such that:</a:t>
            </a:r>
          </a:p>
          <a:p>
            <a:pPr lvl="1"/>
            <a:r>
              <a:rPr lang="en-US" dirty="0"/>
              <a:t>Every vertex touches at least one of the edges. (the edges </a:t>
            </a:r>
            <a:r>
              <a:rPr lang="en-US" b="1" dirty="0"/>
              <a:t>span</a:t>
            </a:r>
            <a:r>
              <a:rPr lang="en-US" dirty="0"/>
              <a:t> the graph)</a:t>
            </a:r>
          </a:p>
          <a:p>
            <a:pPr lvl="1"/>
            <a:r>
              <a:rPr lang="en-US" dirty="0"/>
              <a:t>The graph on just those edges is </a:t>
            </a:r>
            <a:r>
              <a:rPr lang="en-US" b="1" dirty="0"/>
              <a:t>connected</a:t>
            </a:r>
            <a:r>
              <a:rPr lang="en-US" dirty="0"/>
              <a:t>.</a:t>
            </a:r>
          </a:p>
          <a:p>
            <a:pPr lvl="1"/>
            <a:r>
              <a:rPr lang="en-US" dirty="0"/>
              <a:t>The minimum weight set of edges that meet those conditions.</a:t>
            </a:r>
          </a:p>
          <a:p>
            <a:r>
              <a:rPr lang="en-US" dirty="0"/>
              <a:t>Our goal is a tree!</a:t>
            </a:r>
          </a:p>
          <a:p>
            <a:endParaRPr lang="en-US" dirty="0"/>
          </a:p>
          <a:p>
            <a:endParaRPr lang="en-US" dirty="0"/>
          </a:p>
          <a:p>
            <a:endParaRPr lang="en-US" dirty="0"/>
          </a:p>
          <a:p>
            <a:endParaRPr lang="en-US" dirty="0"/>
          </a:p>
          <a:p>
            <a:r>
              <a:rPr lang="en-US" dirty="0"/>
              <a:t>We’ll go through two different algorithms for this problem today.</a:t>
            </a:r>
          </a:p>
          <a:p>
            <a:endParaRPr lang="en-US" dirty="0"/>
          </a:p>
        </p:txBody>
      </p:sp>
      <p:sp>
        <p:nvSpPr>
          <p:cNvPr id="4" name="Footer Placeholder 3"/>
          <p:cNvSpPr>
            <a:spLocks noGrp="1"/>
          </p:cNvSpPr>
          <p:nvPr>
            <p:ph type="ftr" sz="quarter" idx="11"/>
          </p:nvPr>
        </p:nvSpPr>
        <p:spPr/>
        <p:txBody>
          <a:bodyPr/>
          <a:lstStyle/>
          <a:p>
            <a:r>
              <a:rPr lang="en-US"/>
              <a:t>CSE 373 AU 18</a:t>
            </a:r>
          </a:p>
        </p:txBody>
      </p:sp>
      <p:sp>
        <p:nvSpPr>
          <p:cNvPr id="5" name="Slide Number Placeholder 4"/>
          <p:cNvSpPr>
            <a:spLocks noGrp="1"/>
          </p:cNvSpPr>
          <p:nvPr>
            <p:ph type="sldNum" sz="quarter" idx="12"/>
          </p:nvPr>
        </p:nvSpPr>
        <p:spPr/>
        <p:txBody>
          <a:bodyPr/>
          <a:lstStyle/>
          <a:p>
            <a:fld id="{659665DE-58FC-41F4-AC58-2C90A5E00527}" type="slidenum">
              <a:rPr lang="en-US" smtClean="0"/>
              <a:t>6</a:t>
            </a:fld>
            <a:endParaRPr lang="en-US"/>
          </a:p>
        </p:txBody>
      </p:sp>
      <p:sp>
        <p:nvSpPr>
          <p:cNvPr id="6" name="Rectangle 5"/>
          <p:cNvSpPr/>
          <p:nvPr/>
        </p:nvSpPr>
        <p:spPr>
          <a:xfrm>
            <a:off x="677853" y="3382125"/>
            <a:ext cx="6111311" cy="1843018"/>
          </a:xfrm>
          <a:prstGeom prst="rect">
            <a:avLst/>
          </a:prstGeom>
          <a:solidFill>
            <a:srgbClr val="A48D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r>
              <a:rPr lang="en-US" sz="2000" b="1" dirty="0"/>
              <a:t>Given</a:t>
            </a:r>
            <a:r>
              <a:rPr lang="en-US" sz="2000" dirty="0"/>
              <a:t>: an undirected, weighted graph G</a:t>
            </a:r>
          </a:p>
          <a:p>
            <a:r>
              <a:rPr lang="en-US" sz="2000" b="1" dirty="0"/>
              <a:t>Find</a:t>
            </a:r>
            <a:r>
              <a:rPr lang="en-US" sz="2000" dirty="0"/>
              <a:t>: A minimum-weight set of edges such that you can get from any vertex of G to any other on only those edges.</a:t>
            </a:r>
          </a:p>
        </p:txBody>
      </p:sp>
      <p:sp>
        <p:nvSpPr>
          <p:cNvPr id="7" name="Rectangle 6"/>
          <p:cNvSpPr/>
          <p:nvPr/>
        </p:nvSpPr>
        <p:spPr>
          <a:xfrm>
            <a:off x="677853" y="3382126"/>
            <a:ext cx="6101786" cy="476250"/>
          </a:xfrm>
          <a:prstGeom prst="rect">
            <a:avLst/>
          </a:prstGeom>
          <a:solidFill>
            <a:srgbClr val="4C3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t>Minimum Spanning Tree Problem</a:t>
            </a:r>
          </a:p>
        </p:txBody>
      </p:sp>
    </p:spTree>
    <p:extLst>
      <p:ext uri="{BB962C8B-B14F-4D97-AF65-F5344CB8AC3E}">
        <p14:creationId xmlns:p14="http://schemas.microsoft.com/office/powerpoint/2010/main" val="2593868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a:xfrm>
            <a:off x="575240" y="1463856"/>
            <a:ext cx="11187258" cy="673415"/>
          </a:xfrm>
        </p:spPr>
        <p:txBody>
          <a:bodyPr>
            <a:normAutofit lnSpcReduction="10000"/>
          </a:bodyPr>
          <a:lstStyle/>
          <a:p>
            <a:r>
              <a:rPr lang="en-US" dirty="0"/>
              <a:t>Try to find a MST of this graph:</a:t>
            </a:r>
            <a:br>
              <a:rPr lang="en-US" dirty="0"/>
            </a:br>
            <a:endParaRPr lang="en-US" dirty="0"/>
          </a:p>
        </p:txBody>
      </p:sp>
      <p:sp>
        <p:nvSpPr>
          <p:cNvPr id="4" name="Footer Placeholder 3"/>
          <p:cNvSpPr>
            <a:spLocks noGrp="1"/>
          </p:cNvSpPr>
          <p:nvPr>
            <p:ph type="ftr" sz="quarter" idx="11"/>
          </p:nvPr>
        </p:nvSpPr>
        <p:spPr/>
        <p:txBody>
          <a:bodyPr/>
          <a:lstStyle/>
          <a:p>
            <a:r>
              <a:rPr lang="en-US"/>
              <a:t>CSE 373 AU 18</a:t>
            </a:r>
          </a:p>
        </p:txBody>
      </p:sp>
      <p:sp>
        <p:nvSpPr>
          <p:cNvPr id="5" name="Slide Number Placeholder 4"/>
          <p:cNvSpPr>
            <a:spLocks noGrp="1"/>
          </p:cNvSpPr>
          <p:nvPr>
            <p:ph type="sldNum" sz="quarter" idx="12"/>
          </p:nvPr>
        </p:nvSpPr>
        <p:spPr/>
        <p:txBody>
          <a:bodyPr/>
          <a:lstStyle/>
          <a:p>
            <a:fld id="{659665DE-58FC-41F4-AC58-2C90A5E00527}" type="slidenum">
              <a:rPr lang="en-US" smtClean="0"/>
              <a:t>7</a:t>
            </a:fld>
            <a:endParaRPr lang="en-US"/>
          </a:p>
        </p:txBody>
      </p:sp>
      <p:sp>
        <p:nvSpPr>
          <p:cNvPr id="6" name="Oval 5"/>
          <p:cNvSpPr/>
          <p:nvPr/>
        </p:nvSpPr>
        <p:spPr>
          <a:xfrm>
            <a:off x="3208719" y="3943649"/>
            <a:ext cx="285750" cy="279649"/>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7" name="Oval 6"/>
          <p:cNvSpPr/>
          <p:nvPr/>
        </p:nvSpPr>
        <p:spPr>
          <a:xfrm>
            <a:off x="4906961" y="2284898"/>
            <a:ext cx="285750" cy="279649"/>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8" name="Oval 7"/>
          <p:cNvSpPr/>
          <p:nvPr/>
        </p:nvSpPr>
        <p:spPr>
          <a:xfrm>
            <a:off x="4511722" y="4848235"/>
            <a:ext cx="285750" cy="279649"/>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p>
        </p:txBody>
      </p:sp>
      <p:sp>
        <p:nvSpPr>
          <p:cNvPr id="9" name="Oval 8"/>
          <p:cNvSpPr/>
          <p:nvPr/>
        </p:nvSpPr>
        <p:spPr>
          <a:xfrm>
            <a:off x="6696075" y="4833371"/>
            <a:ext cx="388722" cy="380422"/>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t>
            </a:r>
          </a:p>
        </p:txBody>
      </p:sp>
      <p:sp>
        <p:nvSpPr>
          <p:cNvPr id="10" name="Oval 9"/>
          <p:cNvSpPr/>
          <p:nvPr/>
        </p:nvSpPr>
        <p:spPr>
          <a:xfrm>
            <a:off x="6838950" y="3137635"/>
            <a:ext cx="285750" cy="279649"/>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p>
        </p:txBody>
      </p:sp>
      <p:sp>
        <p:nvSpPr>
          <p:cNvPr id="11" name="Oval 10"/>
          <p:cNvSpPr/>
          <p:nvPr/>
        </p:nvSpPr>
        <p:spPr>
          <a:xfrm>
            <a:off x="4621211" y="3763310"/>
            <a:ext cx="285750" cy="279649"/>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cxnSp>
        <p:nvCxnSpPr>
          <p:cNvPr id="12" name="Straight Connector 11"/>
          <p:cNvCxnSpPr>
            <a:stCxn id="7" idx="2"/>
            <a:endCxn id="6" idx="7"/>
          </p:cNvCxnSpPr>
          <p:nvPr/>
        </p:nvCxnSpPr>
        <p:spPr>
          <a:xfrm flipH="1">
            <a:off x="3452622" y="2424723"/>
            <a:ext cx="1454339" cy="15598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6" idx="5"/>
            <a:endCxn id="8" idx="2"/>
          </p:cNvCxnSpPr>
          <p:nvPr/>
        </p:nvCxnSpPr>
        <p:spPr>
          <a:xfrm>
            <a:off x="3452622" y="4182344"/>
            <a:ext cx="1059100" cy="8057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8" idx="0"/>
            <a:endCxn id="11" idx="4"/>
          </p:cNvCxnSpPr>
          <p:nvPr/>
        </p:nvCxnSpPr>
        <p:spPr>
          <a:xfrm flipV="1">
            <a:off x="4654597" y="4042959"/>
            <a:ext cx="109489" cy="8052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cxnSpLocks/>
            <a:stCxn id="11" idx="2"/>
            <a:endCxn id="6" idx="6"/>
          </p:cNvCxnSpPr>
          <p:nvPr/>
        </p:nvCxnSpPr>
        <p:spPr>
          <a:xfrm flipH="1">
            <a:off x="3494469" y="3903135"/>
            <a:ext cx="1126742" cy="1803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1" idx="7"/>
            <a:endCxn id="10" idx="2"/>
          </p:cNvCxnSpPr>
          <p:nvPr/>
        </p:nvCxnSpPr>
        <p:spPr>
          <a:xfrm flipV="1">
            <a:off x="4865114" y="3277460"/>
            <a:ext cx="1973836" cy="5268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0" idx="4"/>
            <a:endCxn id="9" idx="0"/>
          </p:cNvCxnSpPr>
          <p:nvPr/>
        </p:nvCxnSpPr>
        <p:spPr>
          <a:xfrm flipH="1">
            <a:off x="6890436" y="3417284"/>
            <a:ext cx="91389" cy="1416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9" idx="3"/>
            <a:endCxn id="8" idx="6"/>
          </p:cNvCxnSpPr>
          <p:nvPr/>
        </p:nvCxnSpPr>
        <p:spPr>
          <a:xfrm flipH="1" flipV="1">
            <a:off x="4797472" y="4988060"/>
            <a:ext cx="1955530" cy="1700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9" idx="1"/>
            <a:endCxn id="7" idx="6"/>
          </p:cNvCxnSpPr>
          <p:nvPr/>
        </p:nvCxnSpPr>
        <p:spPr>
          <a:xfrm flipH="1" flipV="1">
            <a:off x="5192711" y="2424723"/>
            <a:ext cx="1560291" cy="2464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0" idx="3"/>
            <a:endCxn id="8" idx="7"/>
          </p:cNvCxnSpPr>
          <p:nvPr/>
        </p:nvCxnSpPr>
        <p:spPr>
          <a:xfrm flipH="1">
            <a:off x="4755625" y="3376330"/>
            <a:ext cx="2125172" cy="151285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cxnSpLocks/>
          </p:cNvCxnSpPr>
          <p:nvPr/>
        </p:nvCxnSpPr>
        <p:spPr>
          <a:xfrm>
            <a:off x="4821304" y="3966483"/>
            <a:ext cx="1830961" cy="10215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739896" y="2907792"/>
            <a:ext cx="317944" cy="369667"/>
          </a:xfrm>
          <a:prstGeom prst="rect">
            <a:avLst/>
          </a:prstGeom>
          <a:noFill/>
        </p:spPr>
        <p:txBody>
          <a:bodyPr wrap="square" rtlCol="0">
            <a:spAutoFit/>
          </a:bodyPr>
          <a:lstStyle/>
          <a:p>
            <a:r>
              <a:rPr lang="en-US" dirty="0"/>
              <a:t>3</a:t>
            </a:r>
          </a:p>
        </p:txBody>
      </p:sp>
      <p:sp>
        <p:nvSpPr>
          <p:cNvPr id="23" name="TextBox 22"/>
          <p:cNvSpPr txBox="1"/>
          <p:nvPr/>
        </p:nvSpPr>
        <p:spPr>
          <a:xfrm>
            <a:off x="5486272" y="2650885"/>
            <a:ext cx="317944" cy="369667"/>
          </a:xfrm>
          <a:prstGeom prst="rect">
            <a:avLst/>
          </a:prstGeom>
          <a:noFill/>
        </p:spPr>
        <p:txBody>
          <a:bodyPr wrap="square" rtlCol="0">
            <a:spAutoFit/>
          </a:bodyPr>
          <a:lstStyle/>
          <a:p>
            <a:r>
              <a:rPr lang="en-US" dirty="0"/>
              <a:t>6</a:t>
            </a:r>
          </a:p>
        </p:txBody>
      </p:sp>
      <p:sp>
        <p:nvSpPr>
          <p:cNvPr id="24" name="TextBox 23"/>
          <p:cNvSpPr txBox="1"/>
          <p:nvPr/>
        </p:nvSpPr>
        <p:spPr>
          <a:xfrm>
            <a:off x="5103048" y="3314400"/>
            <a:ext cx="317944" cy="369667"/>
          </a:xfrm>
          <a:prstGeom prst="rect">
            <a:avLst/>
          </a:prstGeom>
          <a:noFill/>
        </p:spPr>
        <p:txBody>
          <a:bodyPr wrap="square" rtlCol="0">
            <a:spAutoFit/>
          </a:bodyPr>
          <a:lstStyle/>
          <a:p>
            <a:r>
              <a:rPr lang="en-US" dirty="0"/>
              <a:t>2</a:t>
            </a:r>
          </a:p>
        </p:txBody>
      </p:sp>
      <p:sp>
        <p:nvSpPr>
          <p:cNvPr id="25" name="TextBox 24"/>
          <p:cNvSpPr txBox="1"/>
          <p:nvPr/>
        </p:nvSpPr>
        <p:spPr>
          <a:xfrm>
            <a:off x="4001420" y="3644114"/>
            <a:ext cx="317944" cy="369667"/>
          </a:xfrm>
          <a:prstGeom prst="rect">
            <a:avLst/>
          </a:prstGeom>
          <a:noFill/>
        </p:spPr>
        <p:txBody>
          <a:bodyPr wrap="square" rtlCol="0">
            <a:spAutoFit/>
          </a:bodyPr>
          <a:lstStyle/>
          <a:p>
            <a:r>
              <a:rPr lang="en-US" dirty="0"/>
              <a:t>1</a:t>
            </a:r>
          </a:p>
        </p:txBody>
      </p:sp>
      <p:sp>
        <p:nvSpPr>
          <p:cNvPr id="26" name="TextBox 25"/>
          <p:cNvSpPr txBox="1"/>
          <p:nvPr/>
        </p:nvSpPr>
        <p:spPr>
          <a:xfrm>
            <a:off x="3754311" y="4585202"/>
            <a:ext cx="317944" cy="369667"/>
          </a:xfrm>
          <a:prstGeom prst="rect">
            <a:avLst/>
          </a:prstGeom>
          <a:noFill/>
        </p:spPr>
        <p:txBody>
          <a:bodyPr wrap="square" rtlCol="0">
            <a:spAutoFit/>
          </a:bodyPr>
          <a:lstStyle/>
          <a:p>
            <a:r>
              <a:rPr lang="en-US" dirty="0"/>
              <a:t>4</a:t>
            </a:r>
          </a:p>
        </p:txBody>
      </p:sp>
      <p:sp>
        <p:nvSpPr>
          <p:cNvPr id="27" name="TextBox 26"/>
          <p:cNvSpPr txBox="1"/>
          <p:nvPr/>
        </p:nvSpPr>
        <p:spPr>
          <a:xfrm>
            <a:off x="4440881" y="4186749"/>
            <a:ext cx="317944" cy="369667"/>
          </a:xfrm>
          <a:prstGeom prst="rect">
            <a:avLst/>
          </a:prstGeom>
          <a:noFill/>
        </p:spPr>
        <p:txBody>
          <a:bodyPr wrap="square" rtlCol="0">
            <a:spAutoFit/>
          </a:bodyPr>
          <a:lstStyle/>
          <a:p>
            <a:r>
              <a:rPr lang="en-US" dirty="0"/>
              <a:t>5</a:t>
            </a:r>
          </a:p>
        </p:txBody>
      </p:sp>
      <p:sp>
        <p:nvSpPr>
          <p:cNvPr id="28" name="TextBox 27"/>
          <p:cNvSpPr txBox="1"/>
          <p:nvPr/>
        </p:nvSpPr>
        <p:spPr>
          <a:xfrm>
            <a:off x="5486272" y="5030063"/>
            <a:ext cx="317944" cy="369667"/>
          </a:xfrm>
          <a:prstGeom prst="rect">
            <a:avLst/>
          </a:prstGeom>
          <a:noFill/>
        </p:spPr>
        <p:txBody>
          <a:bodyPr wrap="square" rtlCol="0">
            <a:spAutoFit/>
          </a:bodyPr>
          <a:lstStyle/>
          <a:p>
            <a:r>
              <a:rPr lang="en-US" dirty="0"/>
              <a:t>8</a:t>
            </a:r>
          </a:p>
        </p:txBody>
      </p:sp>
      <p:sp>
        <p:nvSpPr>
          <p:cNvPr id="29" name="TextBox 28"/>
          <p:cNvSpPr txBox="1"/>
          <p:nvPr/>
        </p:nvSpPr>
        <p:spPr>
          <a:xfrm>
            <a:off x="7020482" y="4002005"/>
            <a:ext cx="317944" cy="369667"/>
          </a:xfrm>
          <a:prstGeom prst="rect">
            <a:avLst/>
          </a:prstGeom>
          <a:noFill/>
        </p:spPr>
        <p:txBody>
          <a:bodyPr wrap="square" rtlCol="0">
            <a:spAutoFit/>
          </a:bodyPr>
          <a:lstStyle/>
          <a:p>
            <a:r>
              <a:rPr lang="en-US" dirty="0"/>
              <a:t>9</a:t>
            </a:r>
          </a:p>
        </p:txBody>
      </p:sp>
      <p:sp>
        <p:nvSpPr>
          <p:cNvPr id="30" name="TextBox 29"/>
          <p:cNvSpPr txBox="1"/>
          <p:nvPr/>
        </p:nvSpPr>
        <p:spPr>
          <a:xfrm>
            <a:off x="4953495" y="3846890"/>
            <a:ext cx="546485" cy="376408"/>
          </a:xfrm>
          <a:prstGeom prst="rect">
            <a:avLst/>
          </a:prstGeom>
          <a:noFill/>
        </p:spPr>
        <p:txBody>
          <a:bodyPr wrap="square" rtlCol="0">
            <a:spAutoFit/>
          </a:bodyPr>
          <a:lstStyle/>
          <a:p>
            <a:r>
              <a:rPr lang="en-US" dirty="0"/>
              <a:t>10</a:t>
            </a:r>
          </a:p>
        </p:txBody>
      </p:sp>
      <p:sp>
        <p:nvSpPr>
          <p:cNvPr id="31" name="TextBox 30"/>
          <p:cNvSpPr txBox="1"/>
          <p:nvPr/>
        </p:nvSpPr>
        <p:spPr>
          <a:xfrm>
            <a:off x="4821304" y="4390448"/>
            <a:ext cx="317944" cy="369667"/>
          </a:xfrm>
          <a:prstGeom prst="rect">
            <a:avLst/>
          </a:prstGeom>
          <a:noFill/>
        </p:spPr>
        <p:txBody>
          <a:bodyPr wrap="square" rtlCol="0">
            <a:spAutoFit/>
          </a:bodyPr>
          <a:lstStyle/>
          <a:p>
            <a:r>
              <a:rPr lang="en-US" dirty="0"/>
              <a:t>7</a:t>
            </a:r>
          </a:p>
        </p:txBody>
      </p:sp>
      <p:pic>
        <p:nvPicPr>
          <p:cNvPr id="33" name="Picture 2" descr="Factory on Microsoft Windows 10 April 2018 Updat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71500" y="4894321"/>
            <a:ext cx="237871" cy="237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6689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19"/>
                                        </p:tgtEl>
                                        <p:attrNameLst>
                                          <p:attrName>stroke.color</p:attrName>
                                        </p:attrNameLst>
                                      </p:cBhvr>
                                      <p:to>
                                        <a:srgbClr val="00B050"/>
                                      </p:to>
                                    </p:animClr>
                                    <p:set>
                                      <p:cBhvr>
                                        <p:cTn id="7" dur="2000" fill="hold"/>
                                        <p:tgtEl>
                                          <p:spTgt spid="19"/>
                                        </p:tgtEl>
                                        <p:attrNameLst>
                                          <p:attrName>stroke.on</p:attrName>
                                        </p:attrNameLst>
                                      </p:cBhvr>
                                      <p:to>
                                        <p:strVal val="true"/>
                                      </p:to>
                                    </p:set>
                                  </p:childTnLst>
                                </p:cTn>
                              </p:par>
                            </p:childTnLst>
                          </p:cTn>
                        </p:par>
                      </p:childTnLst>
                    </p:cTn>
                  </p:par>
                  <p:par>
                    <p:cTn id="8" fill="hold">
                      <p:stCondLst>
                        <p:cond delay="indefinite"/>
                      </p:stCondLst>
                      <p:childTnLst>
                        <p:par>
                          <p:cTn id="9" fill="hold">
                            <p:stCondLst>
                              <p:cond delay="0"/>
                            </p:stCondLst>
                            <p:childTnLst>
                              <p:par>
                                <p:cTn id="10" presetID="7" presetClass="emph" presetSubtype="2" fill="hold" nodeType="clickEffect">
                                  <p:stCondLst>
                                    <p:cond delay="0"/>
                                  </p:stCondLst>
                                  <p:childTnLst>
                                    <p:animClr clrSpc="rgb" dir="cw">
                                      <p:cBhvr>
                                        <p:cTn id="11" dur="2000" fill="hold"/>
                                        <p:tgtEl>
                                          <p:spTgt spid="12"/>
                                        </p:tgtEl>
                                        <p:attrNameLst>
                                          <p:attrName>stroke.color</p:attrName>
                                        </p:attrNameLst>
                                      </p:cBhvr>
                                      <p:to>
                                        <a:srgbClr val="00B050"/>
                                      </p:to>
                                    </p:animClr>
                                    <p:set>
                                      <p:cBhvr>
                                        <p:cTn id="12" dur="2000" fill="hold"/>
                                        <p:tgtEl>
                                          <p:spTgt spid="12"/>
                                        </p:tgtEl>
                                        <p:attrNameLst>
                                          <p:attrName>stroke.on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7" presetClass="emph" presetSubtype="2" fill="hold" nodeType="clickEffect">
                                  <p:stCondLst>
                                    <p:cond delay="0"/>
                                  </p:stCondLst>
                                  <p:childTnLst>
                                    <p:animClr clrSpc="rgb" dir="cw">
                                      <p:cBhvr>
                                        <p:cTn id="16" dur="2000" fill="hold"/>
                                        <p:tgtEl>
                                          <p:spTgt spid="15"/>
                                        </p:tgtEl>
                                        <p:attrNameLst>
                                          <p:attrName>stroke.color</p:attrName>
                                        </p:attrNameLst>
                                      </p:cBhvr>
                                      <p:to>
                                        <a:srgbClr val="00B050"/>
                                      </p:to>
                                    </p:animClr>
                                    <p:set>
                                      <p:cBhvr>
                                        <p:cTn id="17" dur="2000" fill="hold"/>
                                        <p:tgtEl>
                                          <p:spTgt spid="15"/>
                                        </p:tgtEl>
                                        <p:attrNameLst>
                                          <p:attrName>stroke.on</p:attrName>
                                        </p:attrNameLst>
                                      </p:cBhvr>
                                      <p:to>
                                        <p:strVal val="true"/>
                                      </p:to>
                                    </p:set>
                                  </p:childTnLst>
                                </p:cTn>
                              </p:par>
                            </p:childTnLst>
                          </p:cTn>
                        </p:par>
                      </p:childTnLst>
                    </p:cTn>
                  </p:par>
                  <p:par>
                    <p:cTn id="18" fill="hold">
                      <p:stCondLst>
                        <p:cond delay="indefinite"/>
                      </p:stCondLst>
                      <p:childTnLst>
                        <p:par>
                          <p:cTn id="19" fill="hold">
                            <p:stCondLst>
                              <p:cond delay="0"/>
                            </p:stCondLst>
                            <p:childTnLst>
                              <p:par>
                                <p:cTn id="20" presetID="7" presetClass="emph" presetSubtype="2" fill="hold" nodeType="clickEffect">
                                  <p:stCondLst>
                                    <p:cond delay="0"/>
                                  </p:stCondLst>
                                  <p:childTnLst>
                                    <p:animClr clrSpc="rgb" dir="cw">
                                      <p:cBhvr>
                                        <p:cTn id="21" dur="2000" fill="hold"/>
                                        <p:tgtEl>
                                          <p:spTgt spid="16"/>
                                        </p:tgtEl>
                                        <p:attrNameLst>
                                          <p:attrName>stroke.color</p:attrName>
                                        </p:attrNameLst>
                                      </p:cBhvr>
                                      <p:to>
                                        <a:srgbClr val="00B050"/>
                                      </p:to>
                                    </p:animClr>
                                    <p:set>
                                      <p:cBhvr>
                                        <p:cTn id="22" dur="2000" fill="hold"/>
                                        <p:tgtEl>
                                          <p:spTgt spid="16"/>
                                        </p:tgtEl>
                                        <p:attrNameLst>
                                          <p:attrName>stroke.on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7" presetClass="emph" presetSubtype="2" fill="hold" nodeType="clickEffect">
                                  <p:stCondLst>
                                    <p:cond delay="0"/>
                                  </p:stCondLst>
                                  <p:childTnLst>
                                    <p:animClr clrSpc="rgb" dir="cw">
                                      <p:cBhvr>
                                        <p:cTn id="26" dur="2000" fill="hold"/>
                                        <p:tgtEl>
                                          <p:spTgt spid="13"/>
                                        </p:tgtEl>
                                        <p:attrNameLst>
                                          <p:attrName>stroke.color</p:attrName>
                                        </p:attrNameLst>
                                      </p:cBhvr>
                                      <p:to>
                                        <a:srgbClr val="00B050"/>
                                      </p:to>
                                    </p:animClr>
                                    <p:set>
                                      <p:cBhvr>
                                        <p:cTn id="27" dur="2000" fill="hold"/>
                                        <p:tgtEl>
                                          <p:spTgt spid="13"/>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Prim’s Algorithm</a:t>
            </a:r>
          </a:p>
        </p:txBody>
      </p:sp>
      <p:sp>
        <p:nvSpPr>
          <p:cNvPr id="3" name="Content Placeholder 2"/>
          <p:cNvSpPr>
            <a:spLocks noGrp="1"/>
          </p:cNvSpPr>
          <p:nvPr>
            <p:ph idx="1"/>
          </p:nvPr>
        </p:nvSpPr>
        <p:spPr/>
        <p:txBody>
          <a:bodyPr/>
          <a:lstStyle/>
          <a:p>
            <a:r>
              <a:rPr lang="en-US" dirty="0"/>
              <a:t>Algorithm idea: choose an arbitrary starting point. Add a new edge that:</a:t>
            </a:r>
          </a:p>
          <a:p>
            <a:pPr lvl="1"/>
            <a:r>
              <a:rPr lang="en-US" dirty="0"/>
              <a:t>Will let you reach more vertices.</a:t>
            </a:r>
          </a:p>
          <a:p>
            <a:pPr lvl="1"/>
            <a:r>
              <a:rPr lang="en-US" dirty="0"/>
              <a:t>Is as light as possible</a:t>
            </a:r>
          </a:p>
          <a:p>
            <a:r>
              <a:rPr lang="en-US" dirty="0"/>
              <a:t>We’d like each not-yet-connected vertex to be able to tell us the lightest edge we could add to connect it. </a:t>
            </a:r>
          </a:p>
        </p:txBody>
      </p:sp>
      <p:sp>
        <p:nvSpPr>
          <p:cNvPr id="4" name="Footer Placeholder 3"/>
          <p:cNvSpPr>
            <a:spLocks noGrp="1"/>
          </p:cNvSpPr>
          <p:nvPr>
            <p:ph type="ftr" sz="quarter" idx="11"/>
          </p:nvPr>
        </p:nvSpPr>
        <p:spPr/>
        <p:txBody>
          <a:bodyPr/>
          <a:lstStyle/>
          <a:p>
            <a:r>
              <a:rPr lang="en-US"/>
              <a:t>CSE 373 AU 18</a:t>
            </a:r>
          </a:p>
        </p:txBody>
      </p:sp>
      <p:sp>
        <p:nvSpPr>
          <p:cNvPr id="5" name="Slide Number Placeholder 4"/>
          <p:cNvSpPr>
            <a:spLocks noGrp="1"/>
          </p:cNvSpPr>
          <p:nvPr>
            <p:ph type="sldNum" sz="quarter" idx="12"/>
          </p:nvPr>
        </p:nvSpPr>
        <p:spPr/>
        <p:txBody>
          <a:bodyPr/>
          <a:lstStyle/>
          <a:p>
            <a:fld id="{659665DE-58FC-41F4-AC58-2C90A5E00527}" type="slidenum">
              <a:rPr lang="en-US" smtClean="0"/>
              <a:t>8</a:t>
            </a:fld>
            <a:endParaRPr lang="en-US"/>
          </a:p>
        </p:txBody>
      </p:sp>
    </p:spTree>
    <p:extLst>
      <p:ext uri="{BB962C8B-B14F-4D97-AF65-F5344CB8AC3E}">
        <p14:creationId xmlns:p14="http://schemas.microsoft.com/office/powerpoint/2010/main" val="650339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a:t>
            </a:r>
          </a:p>
        </p:txBody>
      </p:sp>
      <p:sp>
        <p:nvSpPr>
          <p:cNvPr id="4" name="Footer Placeholder 3"/>
          <p:cNvSpPr>
            <a:spLocks noGrp="1"/>
          </p:cNvSpPr>
          <p:nvPr>
            <p:ph type="ftr" sz="quarter" idx="11"/>
          </p:nvPr>
        </p:nvSpPr>
        <p:spPr/>
        <p:txBody>
          <a:bodyPr/>
          <a:lstStyle/>
          <a:p>
            <a:r>
              <a:rPr lang="en-US"/>
              <a:t>CSE 373 AU 18</a:t>
            </a:r>
          </a:p>
        </p:txBody>
      </p:sp>
      <p:sp>
        <p:nvSpPr>
          <p:cNvPr id="5" name="Slide Number Placeholder 4"/>
          <p:cNvSpPr>
            <a:spLocks noGrp="1"/>
          </p:cNvSpPr>
          <p:nvPr>
            <p:ph type="sldNum" sz="quarter" idx="12"/>
          </p:nvPr>
        </p:nvSpPr>
        <p:spPr/>
        <p:txBody>
          <a:bodyPr/>
          <a:lstStyle/>
          <a:p>
            <a:fld id="{659665DE-58FC-41F4-AC58-2C90A5E00527}" type="slidenum">
              <a:rPr lang="en-US" smtClean="0"/>
              <a:t>9</a:t>
            </a:fld>
            <a:endParaRPr lang="en-US"/>
          </a:p>
        </p:txBody>
      </p:sp>
      <mc:AlternateContent xmlns:mc="http://schemas.openxmlformats.org/markup-compatibility/2006" xmlns:a14="http://schemas.microsoft.com/office/drawing/2010/main">
        <mc:Choice Requires="a14">
          <p:sp>
            <p:nvSpPr>
              <p:cNvPr id="6" name="TextBox 5"/>
              <p:cNvSpPr txBox="1"/>
              <p:nvPr/>
            </p:nvSpPr>
            <p:spPr>
              <a:xfrm>
                <a:off x="1188720" y="1192981"/>
                <a:ext cx="6477000" cy="5211683"/>
              </a:xfrm>
              <a:prstGeom prst="rect">
                <a:avLst/>
              </a:prstGeom>
              <a:noFill/>
            </p:spPr>
            <p:txBody>
              <a:bodyPr wrap="square" rtlCol="0">
                <a:spAutoFit/>
              </a:bodyPr>
              <a:lstStyle/>
              <a:p>
                <a:pPr>
                  <a:spcBef>
                    <a:spcPts val="200"/>
                  </a:spcBef>
                </a:pPr>
                <a:r>
                  <a:rPr lang="en-US" dirty="0" err="1">
                    <a:latin typeface="Courier New" panose="02070309020205020404" pitchFamily="49" charset="0"/>
                    <a:cs typeface="Courier New" panose="02070309020205020404" pitchFamily="49" charset="0"/>
                  </a:rPr>
                  <a:t>PrimMST</a:t>
                </a:r>
                <a:r>
                  <a:rPr lang="en-US" dirty="0">
                    <a:latin typeface="Courier New" panose="02070309020205020404" pitchFamily="49" charset="0"/>
                    <a:cs typeface="Courier New" panose="02070309020205020404" pitchFamily="49" charset="0"/>
                  </a:rPr>
                  <a:t>(Graph G) </a:t>
                </a:r>
              </a:p>
              <a:p>
                <a:pPr>
                  <a:spcBef>
                    <a:spcPts val="200"/>
                  </a:spcBef>
                </a:pPr>
                <a:r>
                  <a:rPr lang="en-US" dirty="0">
                    <a:latin typeface="Courier New" panose="02070309020205020404" pitchFamily="49" charset="0"/>
                    <a:cs typeface="Courier New" panose="02070309020205020404" pitchFamily="49" charset="0"/>
                  </a:rPr>
                  <a:t>   initialize distances to </a:t>
                </a:r>
                <a14:m>
                  <m:oMath xmlns:m="http://schemas.openxmlformats.org/officeDocument/2006/math">
                    <m:r>
                      <a:rPr lang="en-US" b="0" i="1" smtClean="0">
                        <a:latin typeface="Cambria Math" panose="02040503050406030204" pitchFamily="18" charset="0"/>
                        <a:cs typeface="Courier New" panose="02070309020205020404" pitchFamily="49" charset="0"/>
                      </a:rPr>
                      <m:t>∞</m:t>
                    </m:r>
                  </m:oMath>
                </a14:m>
                <a:endParaRPr lang="en-US" b="0" dirty="0">
                  <a:latin typeface="Courier New" panose="02070309020205020404" pitchFamily="49" charset="0"/>
                  <a:cs typeface="Courier New" panose="02070309020205020404" pitchFamily="49" charset="0"/>
                </a:endParaRPr>
              </a:p>
              <a:p>
                <a:pPr>
                  <a:spcBef>
                    <a:spcPts val="200"/>
                  </a:spcBef>
                </a:pPr>
                <a:r>
                  <a:rPr lang="en-US" dirty="0">
                    <a:latin typeface="Courier New" panose="02070309020205020404" pitchFamily="49" charset="0"/>
                    <a:cs typeface="Courier New" panose="02070309020205020404" pitchFamily="49" charset="0"/>
                  </a:rPr>
                  <a:t>	mark source as distance 0</a:t>
                </a:r>
              </a:p>
              <a:p>
                <a:pPr>
                  <a:spcBef>
                    <a:spcPts val="200"/>
                  </a:spcBef>
                </a:pPr>
                <a:r>
                  <a:rPr lang="en-US" dirty="0">
                    <a:latin typeface="Courier New" panose="02070309020205020404" pitchFamily="49" charset="0"/>
                    <a:cs typeface="Courier New" panose="02070309020205020404" pitchFamily="49" charset="0"/>
                  </a:rPr>
                  <a:t>	mark all vertices unprocessed</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foreach</a:t>
                </a:r>
                <a:r>
                  <a:rPr lang="en-US" dirty="0">
                    <a:latin typeface="Courier New" panose="02070309020205020404" pitchFamily="49" charset="0"/>
                    <a:cs typeface="Courier New" panose="02070309020205020404" pitchFamily="49" charset="0"/>
                  </a:rPr>
                  <a:t>(edge (source, v) )</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v.dist</a:t>
                </a:r>
                <a:r>
                  <a:rPr lang="en-US" dirty="0">
                    <a:latin typeface="Courier New" panose="02070309020205020404" pitchFamily="49" charset="0"/>
                    <a:cs typeface="Courier New" panose="02070309020205020404" pitchFamily="49" charset="0"/>
                  </a:rPr>
                  <a:t> = w(</a:t>
                </a:r>
                <a:r>
                  <a:rPr lang="en-US" dirty="0" err="1">
                    <a:latin typeface="Courier New" panose="02070309020205020404" pitchFamily="49" charset="0"/>
                    <a:cs typeface="Courier New" panose="02070309020205020404" pitchFamily="49" charset="0"/>
                  </a:rPr>
                  <a:t>source,v</a:t>
                </a:r>
                <a:r>
                  <a:rPr lang="en-US" dirty="0">
                    <a:latin typeface="Courier New" panose="02070309020205020404" pitchFamily="49" charset="0"/>
                    <a:cs typeface="Courier New" panose="02070309020205020404" pitchFamily="49" charset="0"/>
                  </a:rPr>
                  <a:t>)</a:t>
                </a:r>
              </a:p>
              <a:p>
                <a:pPr>
                  <a:spcBef>
                    <a:spcPts val="200"/>
                  </a:spcBef>
                </a:pPr>
                <a:r>
                  <a:rPr lang="en-US" dirty="0">
                    <a:latin typeface="Courier New" panose="02070309020205020404" pitchFamily="49" charset="0"/>
                    <a:cs typeface="Courier New" panose="02070309020205020404" pitchFamily="49" charset="0"/>
                  </a:rPr>
                  <a:t>	while(there are unprocessed vertices){</a:t>
                </a:r>
              </a:p>
              <a:p>
                <a:pPr>
                  <a:spcBef>
                    <a:spcPts val="200"/>
                  </a:spcBef>
                </a:pPr>
                <a:r>
                  <a:rPr lang="en-US" dirty="0">
                    <a:latin typeface="Courier New" panose="02070309020205020404" pitchFamily="49" charset="0"/>
                    <a:cs typeface="Courier New" panose="02070309020205020404" pitchFamily="49" charset="0"/>
                  </a:rPr>
                  <a:t>   		let u be the closest unprocessed vertex</a:t>
                </a:r>
              </a:p>
              <a:p>
                <a:pPr>
                  <a:spcBef>
                    <a:spcPts val="200"/>
                  </a:spcBef>
                </a:pPr>
                <a:r>
                  <a:rPr lang="en-US" dirty="0">
                    <a:latin typeface="Courier New" panose="02070309020205020404" pitchFamily="49" charset="0"/>
                    <a:cs typeface="Courier New" panose="02070309020205020404" pitchFamily="49" charset="0"/>
                  </a:rPr>
                  <a:t>		add </a:t>
                </a:r>
                <a:r>
                  <a:rPr lang="en-US" dirty="0" err="1">
                    <a:latin typeface="Courier New" panose="02070309020205020404" pitchFamily="49" charset="0"/>
                    <a:cs typeface="Courier New" panose="02070309020205020404" pitchFamily="49" charset="0"/>
                  </a:rPr>
                  <a:t>u.bestEdge</a:t>
                </a:r>
                <a:r>
                  <a:rPr lang="en-US" dirty="0">
                    <a:latin typeface="Courier New" panose="02070309020205020404" pitchFamily="49" charset="0"/>
                    <a:cs typeface="Courier New" panose="02070309020205020404" pitchFamily="49" charset="0"/>
                  </a:rPr>
                  <a:t> to spanning tree</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foreach</a:t>
                </a:r>
                <a:r>
                  <a:rPr lang="en-US" dirty="0">
                    <a:latin typeface="Courier New" panose="02070309020205020404" pitchFamily="49" charset="0"/>
                    <a:cs typeface="Courier New" panose="02070309020205020404" pitchFamily="49" charset="0"/>
                  </a:rPr>
                  <a:t>(edge (</a:t>
                </a:r>
                <a:r>
                  <a:rPr lang="en-US" dirty="0" err="1">
                    <a:latin typeface="Courier New" panose="02070309020205020404" pitchFamily="49" charset="0"/>
                    <a:cs typeface="Courier New" panose="02070309020205020404" pitchFamily="49" charset="0"/>
                  </a:rPr>
                  <a:t>u,v</a:t>
                </a:r>
                <a:r>
                  <a:rPr lang="en-US" dirty="0">
                    <a:latin typeface="Courier New" panose="02070309020205020404" pitchFamily="49" charset="0"/>
                    <a:cs typeface="Courier New" panose="02070309020205020404" pitchFamily="49" charset="0"/>
                  </a:rPr>
                  <a:t>) leaving u){</a:t>
                </a:r>
              </a:p>
              <a:p>
                <a:pPr>
                  <a:spcBef>
                    <a:spcPts val="200"/>
                  </a:spcBef>
                </a:pPr>
                <a:r>
                  <a:rPr lang="en-US" dirty="0">
                    <a:latin typeface="Courier New" panose="02070309020205020404" pitchFamily="49" charset="0"/>
                    <a:cs typeface="Courier New" panose="02070309020205020404" pitchFamily="49" charset="0"/>
                  </a:rPr>
                  <a:t>		 	if(w(</a:t>
                </a:r>
                <a:r>
                  <a:rPr lang="en-US" dirty="0" err="1">
                    <a:latin typeface="Courier New" panose="02070309020205020404" pitchFamily="49" charset="0"/>
                    <a:cs typeface="Courier New" panose="02070309020205020404" pitchFamily="49" charset="0"/>
                  </a:rPr>
                  <a:t>u,v</a:t>
                </a:r>
                <a:r>
                  <a:rPr lang="en-US" dirty="0">
                    <a:latin typeface="Courier New" panose="02070309020205020404" pitchFamily="49" charset="0"/>
                    <a:cs typeface="Courier New" panose="02070309020205020404" pitchFamily="49" charset="0"/>
                  </a:rPr>
                  <a:t>) &lt; </a:t>
                </a:r>
                <a:r>
                  <a:rPr lang="en-US" dirty="0" err="1">
                    <a:latin typeface="Courier New" panose="02070309020205020404" pitchFamily="49" charset="0"/>
                    <a:cs typeface="Courier New" panose="02070309020205020404" pitchFamily="49" charset="0"/>
                  </a:rPr>
                  <a:t>v.dist</a:t>
                </a:r>
                <a:r>
                  <a:rPr lang="en-US" dirty="0">
                    <a:latin typeface="Courier New" panose="02070309020205020404" pitchFamily="49" charset="0"/>
                    <a:cs typeface="Courier New" panose="02070309020205020404" pitchFamily="49" charset="0"/>
                  </a:rPr>
                  <a:t>){</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v.dist</a:t>
                </a:r>
                <a:r>
                  <a:rPr lang="en-US" dirty="0">
                    <a:latin typeface="Courier New" panose="02070309020205020404" pitchFamily="49" charset="0"/>
                    <a:cs typeface="Courier New" panose="02070309020205020404" pitchFamily="49" charset="0"/>
                  </a:rPr>
                  <a:t> = w(</a:t>
                </a:r>
                <a:r>
                  <a:rPr lang="en-US" dirty="0" err="1">
                    <a:latin typeface="Courier New" panose="02070309020205020404" pitchFamily="49" charset="0"/>
                    <a:cs typeface="Courier New" panose="02070309020205020404" pitchFamily="49" charset="0"/>
                  </a:rPr>
                  <a:t>u,v</a:t>
                </a:r>
                <a:r>
                  <a:rPr lang="en-US" dirty="0">
                    <a:latin typeface="Courier New" panose="02070309020205020404" pitchFamily="49" charset="0"/>
                    <a:cs typeface="Courier New" panose="02070309020205020404" pitchFamily="49" charset="0"/>
                  </a:rPr>
                  <a:t>)</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v.bestEdge</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u,v</a:t>
                </a:r>
                <a:r>
                  <a:rPr lang="en-US" dirty="0">
                    <a:latin typeface="Courier New" panose="02070309020205020404" pitchFamily="49" charset="0"/>
                    <a:cs typeface="Courier New" panose="02070309020205020404" pitchFamily="49" charset="0"/>
                  </a:rPr>
                  <a:t>)</a:t>
                </a:r>
              </a:p>
              <a:p>
                <a:pPr>
                  <a:spcBef>
                    <a:spcPts val="200"/>
                  </a:spcBef>
                </a:pPr>
                <a:r>
                  <a:rPr lang="en-US" dirty="0">
                    <a:latin typeface="Courier New" panose="02070309020205020404" pitchFamily="49" charset="0"/>
                    <a:cs typeface="Courier New" panose="02070309020205020404" pitchFamily="49" charset="0"/>
                  </a:rPr>
                  <a:t>          }</a:t>
                </a:r>
              </a:p>
              <a:p>
                <a:pPr>
                  <a:spcBef>
                    <a:spcPts val="200"/>
                  </a:spcBef>
                </a:pPr>
                <a:r>
                  <a:rPr lang="en-US" dirty="0">
                    <a:latin typeface="Courier New" panose="02070309020205020404" pitchFamily="49" charset="0"/>
                    <a:cs typeface="Courier New" panose="02070309020205020404" pitchFamily="49" charset="0"/>
                  </a:rPr>
                  <a:t>		}</a:t>
                </a:r>
              </a:p>
              <a:p>
                <a:pPr>
                  <a:spcBef>
                    <a:spcPts val="200"/>
                  </a:spcBef>
                </a:pPr>
                <a:r>
                  <a:rPr lang="en-US" dirty="0">
                    <a:latin typeface="Courier New" panose="02070309020205020404" pitchFamily="49" charset="0"/>
                    <a:cs typeface="Courier New" panose="02070309020205020404" pitchFamily="49" charset="0"/>
                  </a:rPr>
                  <a:t>      mark u as processed</a:t>
                </a:r>
              </a:p>
              <a:p>
                <a:pPr>
                  <a:spcBef>
                    <a:spcPts val="200"/>
                  </a:spcBef>
                </a:pPr>
                <a:r>
                  <a:rPr lang="en-US" dirty="0">
                    <a:latin typeface="Courier New" panose="02070309020205020404" pitchFamily="49" charset="0"/>
                    <a:cs typeface="Courier New" panose="02070309020205020404" pitchFamily="49" charset="0"/>
                  </a:rPr>
                  <a:t>	}</a:t>
                </a:r>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1188720" y="1192981"/>
                <a:ext cx="6477000" cy="5211683"/>
              </a:xfrm>
              <a:prstGeom prst="rect">
                <a:avLst/>
              </a:prstGeom>
              <a:blipFill>
                <a:blip r:embed="rId3"/>
                <a:stretch>
                  <a:fillRect l="-783" t="-487" b="-973"/>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391FE158-4D46-6318-A883-1B1A3E9DDA0C}"/>
              </a:ext>
            </a:extLst>
          </p:cNvPr>
          <p:cNvSpPr txBox="1"/>
          <p:nvPr/>
        </p:nvSpPr>
        <p:spPr>
          <a:xfrm>
            <a:off x="5853164" y="263276"/>
            <a:ext cx="6250429" cy="2585323"/>
          </a:xfrm>
          <a:prstGeom prst="rect">
            <a:avLst/>
          </a:prstGeom>
          <a:noFill/>
        </p:spPr>
        <p:txBody>
          <a:bodyPr wrap="none" rtlCol="0">
            <a:spAutoFit/>
          </a:bodyPr>
          <a:lstStyle/>
          <a:p>
            <a:r>
              <a:rPr lang="pt-BR" dirty="0">
                <a:latin typeface="Courier New" panose="02070309020205020404" pitchFamily="49" charset="0"/>
                <a:cs typeface="Courier New" panose="02070309020205020404" pitchFamily="49" charset="0"/>
              </a:rPr>
              <a:t>G = {</a:t>
            </a:r>
          </a:p>
          <a:p>
            <a:r>
              <a:rPr lang="pt-BR" dirty="0">
                <a:latin typeface="Courier New" panose="02070309020205020404" pitchFamily="49" charset="0"/>
                <a:cs typeface="Courier New" panose="02070309020205020404" pitchFamily="49" charset="0"/>
              </a:rPr>
              <a:t>  "A": [("B",9), ("C",3), ("D",6), ("H",8)],</a:t>
            </a:r>
          </a:p>
          <a:p>
            <a:r>
              <a:rPr lang="pt-BR" dirty="0">
                <a:latin typeface="Courier New" panose="02070309020205020404" pitchFamily="49" charset="0"/>
                <a:cs typeface="Courier New" panose="02070309020205020404" pitchFamily="49" charset="0"/>
              </a:rPr>
              <a:t>  "B": [("A",9), ("D",19), ("E",7)],</a:t>
            </a:r>
          </a:p>
          <a:p>
            <a:r>
              <a:rPr lang="pt-BR" dirty="0">
                <a:latin typeface="Courier New" panose="02070309020205020404" pitchFamily="49" charset="0"/>
                <a:cs typeface="Courier New" panose="02070309020205020404" pitchFamily="49" charset="0"/>
              </a:rPr>
              <a:t>  "C": [("A",3), ("F",6)],</a:t>
            </a:r>
          </a:p>
          <a:p>
            <a:r>
              <a:rPr lang="pt-BR" dirty="0">
                <a:latin typeface="Courier New" panose="02070309020205020404" pitchFamily="49" charset="0"/>
                <a:cs typeface="Courier New" panose="02070309020205020404" pitchFamily="49" charset="0"/>
              </a:rPr>
              <a:t>  "D": [("A",6), ("B",19)],</a:t>
            </a:r>
          </a:p>
          <a:p>
            <a:r>
              <a:rPr lang="pt-BR" dirty="0">
                <a:latin typeface="Courier New" panose="02070309020205020404" pitchFamily="49" charset="0"/>
                <a:cs typeface="Courier New" panose="02070309020205020404" pitchFamily="49" charset="0"/>
              </a:rPr>
              <a:t>  "E": [("B",7), ("H",29)],</a:t>
            </a:r>
          </a:p>
          <a:p>
            <a:r>
              <a:rPr lang="pt-BR" dirty="0">
                <a:latin typeface="Courier New" panose="02070309020205020404" pitchFamily="49" charset="0"/>
                <a:cs typeface="Courier New" panose="02070309020205020404" pitchFamily="49" charset="0"/>
              </a:rPr>
              <a:t>  "F": [("C",6)],</a:t>
            </a:r>
          </a:p>
          <a:p>
            <a:r>
              <a:rPr lang="pt-BR" dirty="0">
                <a:latin typeface="Courier New" panose="02070309020205020404" pitchFamily="49" charset="0"/>
                <a:cs typeface="Courier New" panose="02070309020205020404" pitchFamily="49" charset="0"/>
              </a:rPr>
              <a:t>  "H": [("A",8), ("E",29)],</a:t>
            </a:r>
          </a:p>
          <a:p>
            <a:r>
              <a:rPr lang="pt-BR" dirty="0">
                <a:latin typeface="Courier New" panose="02070309020205020404" pitchFamily="49" charset="0"/>
                <a:cs typeface="Courier New" panose="02070309020205020404" pitchFamily="49" charset="0"/>
              </a:rPr>
              <a:t>}</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51926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Try it Out</a:t>
            </a:r>
          </a:p>
        </p:txBody>
      </p:sp>
      <mc:AlternateContent xmlns:mc="http://schemas.openxmlformats.org/markup-compatibility/2006">
        <mc:Choice xmlns:a14="http://schemas.microsoft.com/office/drawing/2010/main" Requires="a14">
          <p:sp>
            <p:nvSpPr>
              <p:cNvPr id="6" name="TextBox 5"/>
              <p:cNvSpPr txBox="1"/>
              <p:nvPr/>
            </p:nvSpPr>
            <p:spPr>
              <a:xfrm>
                <a:off x="82296" y="1394149"/>
                <a:ext cx="6477000" cy="5211683"/>
              </a:xfrm>
              <a:prstGeom prst="rect">
                <a:avLst/>
              </a:prstGeom>
              <a:noFill/>
            </p:spPr>
            <p:txBody>
              <a:bodyPr wrap="square" rtlCol="0">
                <a:spAutoFit/>
              </a:bodyPr>
              <a:lstStyle/>
              <a:p>
                <a:pPr>
                  <a:spcBef>
                    <a:spcPts val="200"/>
                  </a:spcBef>
                </a:pPr>
                <a:r>
                  <a:rPr lang="en-US" dirty="0" err="1">
                    <a:latin typeface="Courier New" panose="02070309020205020404" pitchFamily="49" charset="0"/>
                    <a:cs typeface="Courier New" panose="02070309020205020404" pitchFamily="49" charset="0"/>
                  </a:rPr>
                  <a:t>PrimMST</a:t>
                </a:r>
                <a:r>
                  <a:rPr lang="en-US" dirty="0">
                    <a:latin typeface="Courier New" panose="02070309020205020404" pitchFamily="49" charset="0"/>
                    <a:cs typeface="Courier New" panose="02070309020205020404" pitchFamily="49" charset="0"/>
                  </a:rPr>
                  <a:t>(Graph G) </a:t>
                </a:r>
              </a:p>
              <a:p>
                <a:pPr>
                  <a:spcBef>
                    <a:spcPts val="200"/>
                  </a:spcBef>
                </a:pPr>
                <a:r>
                  <a:rPr lang="en-US" dirty="0">
                    <a:latin typeface="Courier New" panose="02070309020205020404" pitchFamily="49" charset="0"/>
                    <a:cs typeface="Courier New" panose="02070309020205020404" pitchFamily="49" charset="0"/>
                  </a:rPr>
                  <a:t>   initialize distances to </a:t>
                </a:r>
                <a14:m>
                  <m:oMath xmlns:m="http://schemas.openxmlformats.org/officeDocument/2006/math">
                    <m:r>
                      <a:rPr lang="en-US" b="0" i="1" smtClean="0">
                        <a:latin typeface="Cambria Math" panose="02040503050406030204" pitchFamily="18" charset="0"/>
                        <a:cs typeface="Courier New" panose="02070309020205020404" pitchFamily="49" charset="0"/>
                      </a:rPr>
                      <m:t>∞</m:t>
                    </m:r>
                  </m:oMath>
                </a14:m>
                <a:endParaRPr lang="en-US" b="0" dirty="0">
                  <a:latin typeface="Courier New" panose="02070309020205020404" pitchFamily="49" charset="0"/>
                  <a:cs typeface="Courier New" panose="02070309020205020404" pitchFamily="49" charset="0"/>
                </a:endParaRPr>
              </a:p>
              <a:p>
                <a:pPr>
                  <a:spcBef>
                    <a:spcPts val="200"/>
                  </a:spcBef>
                </a:pPr>
                <a:r>
                  <a:rPr lang="en-US" dirty="0">
                    <a:latin typeface="Courier New" panose="02070309020205020404" pitchFamily="49" charset="0"/>
                    <a:cs typeface="Courier New" panose="02070309020205020404" pitchFamily="49" charset="0"/>
                  </a:rPr>
                  <a:t>	mark source as distance 0</a:t>
                </a:r>
              </a:p>
              <a:p>
                <a:pPr>
                  <a:spcBef>
                    <a:spcPts val="200"/>
                  </a:spcBef>
                </a:pPr>
                <a:r>
                  <a:rPr lang="en-US" dirty="0">
                    <a:latin typeface="Courier New" panose="02070309020205020404" pitchFamily="49" charset="0"/>
                    <a:cs typeface="Courier New" panose="02070309020205020404" pitchFamily="49" charset="0"/>
                  </a:rPr>
                  <a:t>	mark all vertices unprocessed</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foreach</a:t>
                </a:r>
                <a:r>
                  <a:rPr lang="en-US" dirty="0">
                    <a:latin typeface="Courier New" panose="02070309020205020404" pitchFamily="49" charset="0"/>
                    <a:cs typeface="Courier New" panose="02070309020205020404" pitchFamily="49" charset="0"/>
                  </a:rPr>
                  <a:t>(edge (source, v) )</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v.dist</a:t>
                </a:r>
                <a:r>
                  <a:rPr lang="en-US" dirty="0">
                    <a:latin typeface="Courier New" panose="02070309020205020404" pitchFamily="49" charset="0"/>
                    <a:cs typeface="Courier New" panose="02070309020205020404" pitchFamily="49" charset="0"/>
                  </a:rPr>
                  <a:t> = w(</a:t>
                </a:r>
                <a:r>
                  <a:rPr lang="en-US" dirty="0" err="1">
                    <a:latin typeface="Courier New" panose="02070309020205020404" pitchFamily="49" charset="0"/>
                    <a:cs typeface="Courier New" panose="02070309020205020404" pitchFamily="49" charset="0"/>
                  </a:rPr>
                  <a:t>source,v</a:t>
                </a:r>
                <a:r>
                  <a:rPr lang="en-US" dirty="0">
                    <a:latin typeface="Courier New" panose="02070309020205020404" pitchFamily="49" charset="0"/>
                    <a:cs typeface="Courier New" panose="02070309020205020404" pitchFamily="49" charset="0"/>
                  </a:rPr>
                  <a:t>)</a:t>
                </a:r>
              </a:p>
              <a:p>
                <a:pPr>
                  <a:spcBef>
                    <a:spcPts val="200"/>
                  </a:spcBef>
                </a:pPr>
                <a:r>
                  <a:rPr lang="en-US" dirty="0">
                    <a:latin typeface="Courier New" panose="02070309020205020404" pitchFamily="49" charset="0"/>
                    <a:cs typeface="Courier New" panose="02070309020205020404" pitchFamily="49" charset="0"/>
                  </a:rPr>
                  <a:t>	while(there are unprocessed vertices){</a:t>
                </a:r>
              </a:p>
              <a:p>
                <a:pPr>
                  <a:spcBef>
                    <a:spcPts val="200"/>
                  </a:spcBef>
                </a:pPr>
                <a:r>
                  <a:rPr lang="en-US" dirty="0">
                    <a:latin typeface="Courier New" panose="02070309020205020404" pitchFamily="49" charset="0"/>
                    <a:cs typeface="Courier New" panose="02070309020205020404" pitchFamily="49" charset="0"/>
                  </a:rPr>
                  <a:t>   		let u be the closest unprocessed vertex</a:t>
                </a:r>
              </a:p>
              <a:p>
                <a:pPr>
                  <a:spcBef>
                    <a:spcPts val="200"/>
                  </a:spcBef>
                </a:pPr>
                <a:r>
                  <a:rPr lang="en-US" dirty="0">
                    <a:latin typeface="Courier New" panose="02070309020205020404" pitchFamily="49" charset="0"/>
                    <a:cs typeface="Courier New" panose="02070309020205020404" pitchFamily="49" charset="0"/>
                  </a:rPr>
                  <a:t>		add </a:t>
                </a:r>
                <a:r>
                  <a:rPr lang="en-US" dirty="0" err="1">
                    <a:latin typeface="Courier New" panose="02070309020205020404" pitchFamily="49" charset="0"/>
                    <a:cs typeface="Courier New" panose="02070309020205020404" pitchFamily="49" charset="0"/>
                  </a:rPr>
                  <a:t>u.bestEdge</a:t>
                </a:r>
                <a:r>
                  <a:rPr lang="en-US" dirty="0">
                    <a:latin typeface="Courier New" panose="02070309020205020404" pitchFamily="49" charset="0"/>
                    <a:cs typeface="Courier New" panose="02070309020205020404" pitchFamily="49" charset="0"/>
                  </a:rPr>
                  <a:t> to spanning tree</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foreach</a:t>
                </a:r>
                <a:r>
                  <a:rPr lang="en-US" dirty="0">
                    <a:latin typeface="Courier New" panose="02070309020205020404" pitchFamily="49" charset="0"/>
                    <a:cs typeface="Courier New" panose="02070309020205020404" pitchFamily="49" charset="0"/>
                  </a:rPr>
                  <a:t>(edge (</a:t>
                </a:r>
                <a:r>
                  <a:rPr lang="en-US" dirty="0" err="1">
                    <a:latin typeface="Courier New" panose="02070309020205020404" pitchFamily="49" charset="0"/>
                    <a:cs typeface="Courier New" panose="02070309020205020404" pitchFamily="49" charset="0"/>
                  </a:rPr>
                  <a:t>u,v</a:t>
                </a:r>
                <a:r>
                  <a:rPr lang="en-US" dirty="0">
                    <a:latin typeface="Courier New" panose="02070309020205020404" pitchFamily="49" charset="0"/>
                    <a:cs typeface="Courier New" panose="02070309020205020404" pitchFamily="49" charset="0"/>
                  </a:rPr>
                  <a:t>) leaving u){</a:t>
                </a:r>
              </a:p>
              <a:p>
                <a:pPr>
                  <a:spcBef>
                    <a:spcPts val="200"/>
                  </a:spcBef>
                </a:pPr>
                <a:r>
                  <a:rPr lang="en-US" dirty="0">
                    <a:latin typeface="Courier New" panose="02070309020205020404" pitchFamily="49" charset="0"/>
                    <a:cs typeface="Courier New" panose="02070309020205020404" pitchFamily="49" charset="0"/>
                  </a:rPr>
                  <a:t>		 	if(w(</a:t>
                </a:r>
                <a:r>
                  <a:rPr lang="en-US" dirty="0" err="1">
                    <a:latin typeface="Courier New" panose="02070309020205020404" pitchFamily="49" charset="0"/>
                    <a:cs typeface="Courier New" panose="02070309020205020404" pitchFamily="49" charset="0"/>
                  </a:rPr>
                  <a:t>u,v</a:t>
                </a:r>
                <a:r>
                  <a:rPr lang="en-US" dirty="0">
                    <a:latin typeface="Courier New" panose="02070309020205020404" pitchFamily="49" charset="0"/>
                    <a:cs typeface="Courier New" panose="02070309020205020404" pitchFamily="49" charset="0"/>
                  </a:rPr>
                  <a:t>) &lt; </a:t>
                </a:r>
                <a:r>
                  <a:rPr lang="en-US" dirty="0" err="1">
                    <a:latin typeface="Courier New" panose="02070309020205020404" pitchFamily="49" charset="0"/>
                    <a:cs typeface="Courier New" panose="02070309020205020404" pitchFamily="49" charset="0"/>
                  </a:rPr>
                  <a:t>v.dist</a:t>
                </a:r>
                <a:r>
                  <a:rPr lang="en-US" dirty="0">
                    <a:latin typeface="Courier New" panose="02070309020205020404" pitchFamily="49" charset="0"/>
                    <a:cs typeface="Courier New" panose="02070309020205020404" pitchFamily="49" charset="0"/>
                  </a:rPr>
                  <a:t>){</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v.dist</a:t>
                </a:r>
                <a:r>
                  <a:rPr lang="en-US" dirty="0">
                    <a:latin typeface="Courier New" panose="02070309020205020404" pitchFamily="49" charset="0"/>
                    <a:cs typeface="Courier New" panose="02070309020205020404" pitchFamily="49" charset="0"/>
                  </a:rPr>
                  <a:t> = w(</a:t>
                </a:r>
                <a:r>
                  <a:rPr lang="en-US" dirty="0" err="1">
                    <a:latin typeface="Courier New" panose="02070309020205020404" pitchFamily="49" charset="0"/>
                    <a:cs typeface="Courier New" panose="02070309020205020404" pitchFamily="49" charset="0"/>
                  </a:rPr>
                  <a:t>u,v</a:t>
                </a:r>
                <a:r>
                  <a:rPr lang="en-US" dirty="0">
                    <a:latin typeface="Courier New" panose="02070309020205020404" pitchFamily="49" charset="0"/>
                    <a:cs typeface="Courier New" panose="02070309020205020404" pitchFamily="49" charset="0"/>
                  </a:rPr>
                  <a:t>)</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v.bestEdge</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u,v</a:t>
                </a:r>
                <a:r>
                  <a:rPr lang="en-US" dirty="0">
                    <a:latin typeface="Courier New" panose="02070309020205020404" pitchFamily="49" charset="0"/>
                    <a:cs typeface="Courier New" panose="02070309020205020404" pitchFamily="49" charset="0"/>
                  </a:rPr>
                  <a:t>)</a:t>
                </a:r>
              </a:p>
              <a:p>
                <a:pPr>
                  <a:spcBef>
                    <a:spcPts val="200"/>
                  </a:spcBef>
                </a:pPr>
                <a:r>
                  <a:rPr lang="en-US" dirty="0">
                    <a:latin typeface="Courier New" panose="02070309020205020404" pitchFamily="49" charset="0"/>
                    <a:cs typeface="Courier New" panose="02070309020205020404" pitchFamily="49" charset="0"/>
                  </a:rPr>
                  <a:t>          }</a:t>
                </a:r>
              </a:p>
              <a:p>
                <a:pPr>
                  <a:spcBef>
                    <a:spcPts val="200"/>
                  </a:spcBef>
                </a:pPr>
                <a:r>
                  <a:rPr lang="en-US" dirty="0">
                    <a:latin typeface="Courier New" panose="02070309020205020404" pitchFamily="49" charset="0"/>
                    <a:cs typeface="Courier New" panose="02070309020205020404" pitchFamily="49" charset="0"/>
                  </a:rPr>
                  <a:t>		}</a:t>
                </a:r>
              </a:p>
              <a:p>
                <a:pPr>
                  <a:spcBef>
                    <a:spcPts val="200"/>
                  </a:spcBef>
                </a:pPr>
                <a:r>
                  <a:rPr lang="en-US" dirty="0">
                    <a:latin typeface="Courier New" panose="02070309020205020404" pitchFamily="49" charset="0"/>
                    <a:cs typeface="Courier New" panose="02070309020205020404" pitchFamily="49" charset="0"/>
                  </a:rPr>
                  <a:t>      mark u as processed</a:t>
                </a:r>
              </a:p>
              <a:p>
                <a:pPr>
                  <a:spcBef>
                    <a:spcPts val="200"/>
                  </a:spcBef>
                </a:pPr>
                <a:r>
                  <a:rPr lang="en-US" dirty="0">
                    <a:latin typeface="Courier New" panose="02070309020205020404" pitchFamily="49" charset="0"/>
                    <a:cs typeface="Courier New" panose="02070309020205020404" pitchFamily="49" charset="0"/>
                  </a:rPr>
                  <a:t>	}</a:t>
                </a:r>
                <a:endParaRPr lang="en-US" dirty="0"/>
              </a:p>
            </p:txBody>
          </p:sp>
        </mc:Choice>
        <mc:Fallback>
          <p:sp>
            <p:nvSpPr>
              <p:cNvPr id="6" name="TextBox 5"/>
              <p:cNvSpPr txBox="1">
                <a:spLocks noRot="1" noChangeAspect="1" noMove="1" noResize="1" noEditPoints="1" noAdjustHandles="1" noChangeArrowheads="1" noChangeShapeType="1" noTextEdit="1"/>
              </p:cNvSpPr>
              <p:nvPr/>
            </p:nvSpPr>
            <p:spPr>
              <a:xfrm>
                <a:off x="82296" y="1394149"/>
                <a:ext cx="6477000" cy="5211683"/>
              </a:xfrm>
              <a:prstGeom prst="rect">
                <a:avLst/>
              </a:prstGeom>
              <a:blipFill>
                <a:blip r:embed="rId3"/>
                <a:stretch>
                  <a:fillRect l="-847" t="-702" b="-936"/>
                </a:stretch>
              </a:blipFill>
            </p:spPr>
            <p:txBody>
              <a:bodyPr/>
              <a:lstStyle/>
              <a:p>
                <a:r>
                  <a:rPr lang="en-US">
                    <a:noFill/>
                  </a:rPr>
                  <a:t> </a:t>
                </a:r>
              </a:p>
            </p:txBody>
          </p:sp>
        </mc:Fallback>
      </mc:AlternateContent>
      <p:pic>
        <p:nvPicPr>
          <p:cNvPr id="33" name="Picture 32">
            <a:extLst>
              <a:ext uri="{FF2B5EF4-FFF2-40B4-BE49-F238E27FC236}">
                <a16:creationId xmlns:a16="http://schemas.microsoft.com/office/drawing/2014/main" id="{4F152771-7A59-439F-9CF1-82A7FAD55DEA}"/>
              </a:ext>
            </a:extLst>
          </p:cNvPr>
          <p:cNvPicPr>
            <a:picLocks noChangeAspect="1"/>
          </p:cNvPicPr>
          <p:nvPr/>
        </p:nvPicPr>
        <p:blipFill>
          <a:blip r:embed="rId4"/>
          <a:stretch>
            <a:fillRect/>
          </a:stretch>
        </p:blipFill>
        <p:spPr>
          <a:xfrm>
            <a:off x="7134295" y="263276"/>
            <a:ext cx="4346085" cy="3617064"/>
          </a:xfrm>
          <a:prstGeom prst="rect">
            <a:avLst/>
          </a:prstGeom>
        </p:spPr>
      </p:pic>
      <p:sp>
        <p:nvSpPr>
          <p:cNvPr id="35" name="TextBox 34">
            <a:extLst>
              <a:ext uri="{FF2B5EF4-FFF2-40B4-BE49-F238E27FC236}">
                <a16:creationId xmlns:a16="http://schemas.microsoft.com/office/drawing/2014/main" id="{565CDB23-198E-6C96-7A03-F51B9AD788C4}"/>
              </a:ext>
            </a:extLst>
          </p:cNvPr>
          <p:cNvSpPr txBox="1"/>
          <p:nvPr/>
        </p:nvSpPr>
        <p:spPr>
          <a:xfrm>
            <a:off x="6852179" y="3999990"/>
            <a:ext cx="4910319" cy="2031325"/>
          </a:xfrm>
          <a:prstGeom prst="rect">
            <a:avLst/>
          </a:prstGeom>
          <a:noFill/>
        </p:spPr>
        <p:txBody>
          <a:bodyPr wrap="none" rtlCol="0">
            <a:spAutoFit/>
          </a:bodyPr>
          <a:lstStyle/>
          <a:p>
            <a:r>
              <a:rPr lang="pt-BR" sz="1400" dirty="0">
                <a:latin typeface="Courier New" panose="02070309020205020404" pitchFamily="49" charset="0"/>
                <a:cs typeface="Courier New" panose="02070309020205020404" pitchFamily="49" charset="0"/>
              </a:rPr>
              <a:t>G = {</a:t>
            </a:r>
          </a:p>
          <a:p>
            <a:r>
              <a:rPr lang="pt-BR" sz="1400" dirty="0">
                <a:latin typeface="Courier New" panose="02070309020205020404" pitchFamily="49" charset="0"/>
                <a:cs typeface="Courier New" panose="02070309020205020404" pitchFamily="49" charset="0"/>
              </a:rPr>
              <a:t>  "A": [("B",9), ("C",3), ("D",6), ("H",8)],</a:t>
            </a:r>
          </a:p>
          <a:p>
            <a:r>
              <a:rPr lang="pt-BR" sz="1400" dirty="0">
                <a:latin typeface="Courier New" panose="02070309020205020404" pitchFamily="49" charset="0"/>
                <a:cs typeface="Courier New" panose="02070309020205020404" pitchFamily="49" charset="0"/>
              </a:rPr>
              <a:t>  "B": [("A",9), ("D",19), ("E",7)],</a:t>
            </a:r>
          </a:p>
          <a:p>
            <a:r>
              <a:rPr lang="pt-BR" sz="1400" dirty="0">
                <a:latin typeface="Courier New" panose="02070309020205020404" pitchFamily="49" charset="0"/>
                <a:cs typeface="Courier New" panose="02070309020205020404" pitchFamily="49" charset="0"/>
              </a:rPr>
              <a:t>  "C": [("A",3), ("F",6)],</a:t>
            </a:r>
          </a:p>
          <a:p>
            <a:r>
              <a:rPr lang="pt-BR" sz="1400" dirty="0">
                <a:latin typeface="Courier New" panose="02070309020205020404" pitchFamily="49" charset="0"/>
                <a:cs typeface="Courier New" panose="02070309020205020404" pitchFamily="49" charset="0"/>
              </a:rPr>
              <a:t>  "D": [("A",6), ("B",19)],</a:t>
            </a:r>
          </a:p>
          <a:p>
            <a:r>
              <a:rPr lang="pt-BR" sz="1400" dirty="0">
                <a:latin typeface="Courier New" panose="02070309020205020404" pitchFamily="49" charset="0"/>
                <a:cs typeface="Courier New" panose="02070309020205020404" pitchFamily="49" charset="0"/>
              </a:rPr>
              <a:t>  "E": [("B",7), ("H",29)],</a:t>
            </a:r>
          </a:p>
          <a:p>
            <a:r>
              <a:rPr lang="pt-BR" sz="1400" dirty="0">
                <a:latin typeface="Courier New" panose="02070309020205020404" pitchFamily="49" charset="0"/>
                <a:cs typeface="Courier New" panose="02070309020205020404" pitchFamily="49" charset="0"/>
              </a:rPr>
              <a:t>  "F": [("C",6)],</a:t>
            </a:r>
          </a:p>
          <a:p>
            <a:r>
              <a:rPr lang="pt-BR" sz="1400" dirty="0">
                <a:latin typeface="Courier New" panose="02070309020205020404" pitchFamily="49" charset="0"/>
                <a:cs typeface="Courier New" panose="02070309020205020404" pitchFamily="49" charset="0"/>
              </a:rPr>
              <a:t>  "H": [("A",8), ("E",29)],</a:t>
            </a:r>
          </a:p>
          <a:p>
            <a:r>
              <a:rPr lang="pt-BR" sz="1400" dirty="0">
                <a:latin typeface="Courier New" panose="02070309020205020404" pitchFamily="49" charset="0"/>
                <a:cs typeface="Courier New" panose="02070309020205020404" pitchFamily="49" charset="0"/>
              </a:rPr>
              <a:t>}</a:t>
            </a:r>
            <a:endParaRPr lang="en-US" sz="1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83132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00DF3-D77C-D6A7-F30D-726250A67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F8632A-580A-E499-E827-DD1A77141442}"/>
              </a:ext>
            </a:extLst>
          </p:cNvPr>
          <p:cNvSpPr>
            <a:spLocks noGrp="1"/>
          </p:cNvSpPr>
          <p:nvPr>
            <p:ph type="title"/>
          </p:nvPr>
        </p:nvSpPr>
        <p:spPr/>
        <p:txBody>
          <a:bodyPr/>
          <a:lstStyle/>
          <a:p>
            <a:r>
              <a:rPr lang="en-US" dirty="0"/>
              <a:t>Try it Out</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64702C1-F108-3FB1-CE50-2E87DC2961B8}"/>
                  </a:ext>
                </a:extLst>
              </p:cNvPr>
              <p:cNvSpPr txBox="1"/>
              <p:nvPr/>
            </p:nvSpPr>
            <p:spPr>
              <a:xfrm>
                <a:off x="82296" y="1394149"/>
                <a:ext cx="6477000" cy="5211683"/>
              </a:xfrm>
              <a:prstGeom prst="rect">
                <a:avLst/>
              </a:prstGeom>
              <a:noFill/>
            </p:spPr>
            <p:txBody>
              <a:bodyPr wrap="square" rtlCol="0">
                <a:spAutoFit/>
              </a:bodyPr>
              <a:lstStyle/>
              <a:p>
                <a:pPr>
                  <a:spcBef>
                    <a:spcPts val="200"/>
                  </a:spcBef>
                </a:pPr>
                <a:r>
                  <a:rPr lang="en-US" dirty="0" err="1">
                    <a:latin typeface="Courier New" panose="02070309020205020404" pitchFamily="49" charset="0"/>
                    <a:cs typeface="Courier New" panose="02070309020205020404" pitchFamily="49" charset="0"/>
                  </a:rPr>
                  <a:t>PrimMST</a:t>
                </a:r>
                <a:r>
                  <a:rPr lang="en-US" dirty="0">
                    <a:latin typeface="Courier New" panose="02070309020205020404" pitchFamily="49" charset="0"/>
                    <a:cs typeface="Courier New" panose="02070309020205020404" pitchFamily="49" charset="0"/>
                  </a:rPr>
                  <a:t>(Graph G) </a:t>
                </a:r>
              </a:p>
              <a:p>
                <a:pPr>
                  <a:spcBef>
                    <a:spcPts val="200"/>
                  </a:spcBef>
                </a:pPr>
                <a:r>
                  <a:rPr lang="en-US" dirty="0">
                    <a:latin typeface="Courier New" panose="02070309020205020404" pitchFamily="49" charset="0"/>
                    <a:cs typeface="Courier New" panose="02070309020205020404" pitchFamily="49" charset="0"/>
                  </a:rPr>
                  <a:t>   initialize distances to </a:t>
                </a:r>
                <a14:m>
                  <m:oMath xmlns:m="http://schemas.openxmlformats.org/officeDocument/2006/math">
                    <m:r>
                      <a:rPr lang="en-US" b="0" i="1" smtClean="0">
                        <a:latin typeface="Cambria Math" panose="02040503050406030204" pitchFamily="18" charset="0"/>
                        <a:cs typeface="Courier New" panose="02070309020205020404" pitchFamily="49" charset="0"/>
                      </a:rPr>
                      <m:t>∞</m:t>
                    </m:r>
                  </m:oMath>
                </a14:m>
                <a:endParaRPr lang="en-US" b="0" dirty="0">
                  <a:latin typeface="Courier New" panose="02070309020205020404" pitchFamily="49" charset="0"/>
                  <a:cs typeface="Courier New" panose="02070309020205020404" pitchFamily="49" charset="0"/>
                </a:endParaRPr>
              </a:p>
              <a:p>
                <a:pPr>
                  <a:spcBef>
                    <a:spcPts val="200"/>
                  </a:spcBef>
                </a:pPr>
                <a:r>
                  <a:rPr lang="en-US" dirty="0">
                    <a:latin typeface="Courier New" panose="02070309020205020404" pitchFamily="49" charset="0"/>
                    <a:cs typeface="Courier New" panose="02070309020205020404" pitchFamily="49" charset="0"/>
                  </a:rPr>
                  <a:t>	mark source as distance 0</a:t>
                </a:r>
              </a:p>
              <a:p>
                <a:pPr>
                  <a:spcBef>
                    <a:spcPts val="200"/>
                  </a:spcBef>
                </a:pPr>
                <a:r>
                  <a:rPr lang="en-US" dirty="0">
                    <a:latin typeface="Courier New" panose="02070309020205020404" pitchFamily="49" charset="0"/>
                    <a:cs typeface="Courier New" panose="02070309020205020404" pitchFamily="49" charset="0"/>
                  </a:rPr>
                  <a:t>	mark all vertices unprocessed</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foreach</a:t>
                </a:r>
                <a:r>
                  <a:rPr lang="en-US" dirty="0">
                    <a:latin typeface="Courier New" panose="02070309020205020404" pitchFamily="49" charset="0"/>
                    <a:cs typeface="Courier New" panose="02070309020205020404" pitchFamily="49" charset="0"/>
                  </a:rPr>
                  <a:t>(edge (source, v) )</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v.dist</a:t>
                </a:r>
                <a:r>
                  <a:rPr lang="en-US" dirty="0">
                    <a:latin typeface="Courier New" panose="02070309020205020404" pitchFamily="49" charset="0"/>
                    <a:cs typeface="Courier New" panose="02070309020205020404" pitchFamily="49" charset="0"/>
                  </a:rPr>
                  <a:t> = w(</a:t>
                </a:r>
                <a:r>
                  <a:rPr lang="en-US" dirty="0" err="1">
                    <a:latin typeface="Courier New" panose="02070309020205020404" pitchFamily="49" charset="0"/>
                    <a:cs typeface="Courier New" panose="02070309020205020404" pitchFamily="49" charset="0"/>
                  </a:rPr>
                  <a:t>source,v</a:t>
                </a:r>
                <a:r>
                  <a:rPr lang="en-US" dirty="0">
                    <a:latin typeface="Courier New" panose="02070309020205020404" pitchFamily="49" charset="0"/>
                    <a:cs typeface="Courier New" panose="02070309020205020404" pitchFamily="49" charset="0"/>
                  </a:rPr>
                  <a:t>)</a:t>
                </a:r>
              </a:p>
              <a:p>
                <a:pPr>
                  <a:spcBef>
                    <a:spcPts val="200"/>
                  </a:spcBef>
                </a:pPr>
                <a:r>
                  <a:rPr lang="en-US" dirty="0">
                    <a:latin typeface="Courier New" panose="02070309020205020404" pitchFamily="49" charset="0"/>
                    <a:cs typeface="Courier New" panose="02070309020205020404" pitchFamily="49" charset="0"/>
                  </a:rPr>
                  <a:t>	while(there are unprocessed vertices){</a:t>
                </a:r>
              </a:p>
              <a:p>
                <a:pPr>
                  <a:spcBef>
                    <a:spcPts val="200"/>
                  </a:spcBef>
                </a:pPr>
                <a:r>
                  <a:rPr lang="en-US" dirty="0">
                    <a:latin typeface="Courier New" panose="02070309020205020404" pitchFamily="49" charset="0"/>
                    <a:cs typeface="Courier New" panose="02070309020205020404" pitchFamily="49" charset="0"/>
                  </a:rPr>
                  <a:t>   		let u be the closest unprocessed vertex</a:t>
                </a:r>
              </a:p>
              <a:p>
                <a:pPr>
                  <a:spcBef>
                    <a:spcPts val="200"/>
                  </a:spcBef>
                </a:pPr>
                <a:r>
                  <a:rPr lang="en-US" dirty="0">
                    <a:latin typeface="Courier New" panose="02070309020205020404" pitchFamily="49" charset="0"/>
                    <a:cs typeface="Courier New" panose="02070309020205020404" pitchFamily="49" charset="0"/>
                  </a:rPr>
                  <a:t>		add </a:t>
                </a:r>
                <a:r>
                  <a:rPr lang="en-US" dirty="0" err="1">
                    <a:latin typeface="Courier New" panose="02070309020205020404" pitchFamily="49" charset="0"/>
                    <a:cs typeface="Courier New" panose="02070309020205020404" pitchFamily="49" charset="0"/>
                  </a:rPr>
                  <a:t>u.bestEdge</a:t>
                </a:r>
                <a:r>
                  <a:rPr lang="en-US" dirty="0">
                    <a:latin typeface="Courier New" panose="02070309020205020404" pitchFamily="49" charset="0"/>
                    <a:cs typeface="Courier New" panose="02070309020205020404" pitchFamily="49" charset="0"/>
                  </a:rPr>
                  <a:t> to spanning tree</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foreach</a:t>
                </a:r>
                <a:r>
                  <a:rPr lang="en-US" dirty="0">
                    <a:latin typeface="Courier New" panose="02070309020205020404" pitchFamily="49" charset="0"/>
                    <a:cs typeface="Courier New" panose="02070309020205020404" pitchFamily="49" charset="0"/>
                  </a:rPr>
                  <a:t>(edge (</a:t>
                </a:r>
                <a:r>
                  <a:rPr lang="en-US" dirty="0" err="1">
                    <a:latin typeface="Courier New" panose="02070309020205020404" pitchFamily="49" charset="0"/>
                    <a:cs typeface="Courier New" panose="02070309020205020404" pitchFamily="49" charset="0"/>
                  </a:rPr>
                  <a:t>u,v</a:t>
                </a:r>
                <a:r>
                  <a:rPr lang="en-US" dirty="0">
                    <a:latin typeface="Courier New" panose="02070309020205020404" pitchFamily="49" charset="0"/>
                    <a:cs typeface="Courier New" panose="02070309020205020404" pitchFamily="49" charset="0"/>
                  </a:rPr>
                  <a:t>) leaving u){</a:t>
                </a:r>
              </a:p>
              <a:p>
                <a:pPr>
                  <a:spcBef>
                    <a:spcPts val="200"/>
                  </a:spcBef>
                </a:pPr>
                <a:r>
                  <a:rPr lang="en-US" dirty="0">
                    <a:latin typeface="Courier New" panose="02070309020205020404" pitchFamily="49" charset="0"/>
                    <a:cs typeface="Courier New" panose="02070309020205020404" pitchFamily="49" charset="0"/>
                  </a:rPr>
                  <a:t>		 	if(w(</a:t>
                </a:r>
                <a:r>
                  <a:rPr lang="en-US" dirty="0" err="1">
                    <a:latin typeface="Courier New" panose="02070309020205020404" pitchFamily="49" charset="0"/>
                    <a:cs typeface="Courier New" panose="02070309020205020404" pitchFamily="49" charset="0"/>
                  </a:rPr>
                  <a:t>u,v</a:t>
                </a:r>
                <a:r>
                  <a:rPr lang="en-US" dirty="0">
                    <a:latin typeface="Courier New" panose="02070309020205020404" pitchFamily="49" charset="0"/>
                    <a:cs typeface="Courier New" panose="02070309020205020404" pitchFamily="49" charset="0"/>
                  </a:rPr>
                  <a:t>) &lt; </a:t>
                </a:r>
                <a:r>
                  <a:rPr lang="en-US" dirty="0" err="1">
                    <a:latin typeface="Courier New" panose="02070309020205020404" pitchFamily="49" charset="0"/>
                    <a:cs typeface="Courier New" panose="02070309020205020404" pitchFamily="49" charset="0"/>
                  </a:rPr>
                  <a:t>v.dist</a:t>
                </a:r>
                <a:r>
                  <a:rPr lang="en-US" dirty="0">
                    <a:latin typeface="Courier New" panose="02070309020205020404" pitchFamily="49" charset="0"/>
                    <a:cs typeface="Courier New" panose="02070309020205020404" pitchFamily="49" charset="0"/>
                  </a:rPr>
                  <a:t>){</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v.dist</a:t>
                </a:r>
                <a:r>
                  <a:rPr lang="en-US" dirty="0">
                    <a:latin typeface="Courier New" panose="02070309020205020404" pitchFamily="49" charset="0"/>
                    <a:cs typeface="Courier New" panose="02070309020205020404" pitchFamily="49" charset="0"/>
                  </a:rPr>
                  <a:t> = w(</a:t>
                </a:r>
                <a:r>
                  <a:rPr lang="en-US" dirty="0" err="1">
                    <a:latin typeface="Courier New" panose="02070309020205020404" pitchFamily="49" charset="0"/>
                    <a:cs typeface="Courier New" panose="02070309020205020404" pitchFamily="49" charset="0"/>
                  </a:rPr>
                  <a:t>u,v</a:t>
                </a:r>
                <a:r>
                  <a:rPr lang="en-US" dirty="0">
                    <a:latin typeface="Courier New" panose="02070309020205020404" pitchFamily="49" charset="0"/>
                    <a:cs typeface="Courier New" panose="02070309020205020404" pitchFamily="49" charset="0"/>
                  </a:rPr>
                  <a:t>)</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v.bestEdge</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u,v</a:t>
                </a:r>
                <a:r>
                  <a:rPr lang="en-US" dirty="0">
                    <a:latin typeface="Courier New" panose="02070309020205020404" pitchFamily="49" charset="0"/>
                    <a:cs typeface="Courier New" panose="02070309020205020404" pitchFamily="49" charset="0"/>
                  </a:rPr>
                  <a:t>)</a:t>
                </a:r>
              </a:p>
              <a:p>
                <a:pPr>
                  <a:spcBef>
                    <a:spcPts val="200"/>
                  </a:spcBef>
                </a:pPr>
                <a:r>
                  <a:rPr lang="en-US" dirty="0">
                    <a:latin typeface="Courier New" panose="02070309020205020404" pitchFamily="49" charset="0"/>
                    <a:cs typeface="Courier New" panose="02070309020205020404" pitchFamily="49" charset="0"/>
                  </a:rPr>
                  <a:t>          }</a:t>
                </a:r>
              </a:p>
              <a:p>
                <a:pPr>
                  <a:spcBef>
                    <a:spcPts val="200"/>
                  </a:spcBef>
                </a:pPr>
                <a:r>
                  <a:rPr lang="en-US" dirty="0">
                    <a:latin typeface="Courier New" panose="02070309020205020404" pitchFamily="49" charset="0"/>
                    <a:cs typeface="Courier New" panose="02070309020205020404" pitchFamily="49" charset="0"/>
                  </a:rPr>
                  <a:t>		}</a:t>
                </a:r>
              </a:p>
              <a:p>
                <a:pPr>
                  <a:spcBef>
                    <a:spcPts val="200"/>
                  </a:spcBef>
                </a:pPr>
                <a:r>
                  <a:rPr lang="en-US" dirty="0">
                    <a:latin typeface="Courier New" panose="02070309020205020404" pitchFamily="49" charset="0"/>
                    <a:cs typeface="Courier New" panose="02070309020205020404" pitchFamily="49" charset="0"/>
                  </a:rPr>
                  <a:t>      mark u as processed</a:t>
                </a:r>
              </a:p>
              <a:p>
                <a:pPr>
                  <a:spcBef>
                    <a:spcPts val="200"/>
                  </a:spcBef>
                </a:pPr>
                <a:r>
                  <a:rPr lang="en-US" dirty="0">
                    <a:latin typeface="Courier New" panose="02070309020205020404" pitchFamily="49" charset="0"/>
                    <a:cs typeface="Courier New" panose="02070309020205020404" pitchFamily="49" charset="0"/>
                  </a:rPr>
                  <a:t>	}</a:t>
                </a:r>
                <a:endParaRPr lang="en-US" dirty="0"/>
              </a:p>
            </p:txBody>
          </p:sp>
        </mc:Choice>
        <mc:Fallback>
          <p:sp>
            <p:nvSpPr>
              <p:cNvPr id="6" name="TextBox 5">
                <a:extLst>
                  <a:ext uri="{FF2B5EF4-FFF2-40B4-BE49-F238E27FC236}">
                    <a16:creationId xmlns:a16="http://schemas.microsoft.com/office/drawing/2014/main" id="{964702C1-F108-3FB1-CE50-2E87DC2961B8}"/>
                  </a:ext>
                </a:extLst>
              </p:cNvPr>
              <p:cNvSpPr txBox="1">
                <a:spLocks noRot="1" noChangeAspect="1" noMove="1" noResize="1" noEditPoints="1" noAdjustHandles="1" noChangeArrowheads="1" noChangeShapeType="1" noTextEdit="1"/>
              </p:cNvSpPr>
              <p:nvPr/>
            </p:nvSpPr>
            <p:spPr>
              <a:xfrm>
                <a:off x="82296" y="1394149"/>
                <a:ext cx="6477000" cy="5211683"/>
              </a:xfrm>
              <a:prstGeom prst="rect">
                <a:avLst/>
              </a:prstGeom>
              <a:blipFill>
                <a:blip r:embed="rId3"/>
                <a:stretch>
                  <a:fillRect l="-847" t="-702" b="-936"/>
                </a:stretch>
              </a:blipFill>
            </p:spPr>
            <p:txBody>
              <a:bodyPr/>
              <a:lstStyle/>
              <a:p>
                <a:r>
                  <a:rPr lang="en-US">
                    <a:noFill/>
                  </a:rPr>
                  <a:t> </a:t>
                </a:r>
              </a:p>
            </p:txBody>
          </p:sp>
        </mc:Fallback>
      </mc:AlternateContent>
      <p:graphicFrame>
        <p:nvGraphicFramePr>
          <p:cNvPr id="34" name="Table 33">
            <a:extLst>
              <a:ext uri="{FF2B5EF4-FFF2-40B4-BE49-F238E27FC236}">
                <a16:creationId xmlns:a16="http://schemas.microsoft.com/office/drawing/2014/main" id="{FC278981-3C15-F816-0494-F3D2374A697B}"/>
              </a:ext>
            </a:extLst>
          </p:cNvPr>
          <p:cNvGraphicFramePr>
            <a:graphicFrameLocks noGrp="1"/>
          </p:cNvGraphicFramePr>
          <p:nvPr>
            <p:extLst>
              <p:ext uri="{D42A27DB-BD31-4B8C-83A1-F6EECF244321}">
                <p14:modId xmlns:p14="http://schemas.microsoft.com/office/powerpoint/2010/main" val="816367720"/>
              </p:ext>
            </p:extLst>
          </p:nvPr>
        </p:nvGraphicFramePr>
        <p:xfrm>
          <a:off x="82296" y="3084863"/>
          <a:ext cx="11680201" cy="3234657"/>
        </p:xfrm>
        <a:graphic>
          <a:graphicData uri="http://schemas.openxmlformats.org/drawingml/2006/table">
            <a:tbl>
              <a:tblPr firstRow="1" bandRow="1">
                <a:tableStyleId>{5C22544A-7EE6-4342-B048-85BDC9FD1C3A}</a:tableStyleId>
              </a:tblPr>
              <a:tblGrid>
                <a:gridCol w="349966">
                  <a:extLst>
                    <a:ext uri="{9D8B030D-6E8A-4147-A177-3AD203B41FA5}">
                      <a16:colId xmlns:a16="http://schemas.microsoft.com/office/drawing/2014/main" val="20000"/>
                    </a:ext>
                  </a:extLst>
                </a:gridCol>
                <a:gridCol w="648393">
                  <a:extLst>
                    <a:ext uri="{9D8B030D-6E8A-4147-A177-3AD203B41FA5}">
                      <a16:colId xmlns:a16="http://schemas.microsoft.com/office/drawing/2014/main" val="2192231700"/>
                    </a:ext>
                  </a:extLst>
                </a:gridCol>
                <a:gridCol w="980901">
                  <a:extLst>
                    <a:ext uri="{9D8B030D-6E8A-4147-A177-3AD203B41FA5}">
                      <a16:colId xmlns:a16="http://schemas.microsoft.com/office/drawing/2014/main" val="67475590"/>
                    </a:ext>
                  </a:extLst>
                </a:gridCol>
                <a:gridCol w="1562793">
                  <a:extLst>
                    <a:ext uri="{9D8B030D-6E8A-4147-A177-3AD203B41FA5}">
                      <a16:colId xmlns:a16="http://schemas.microsoft.com/office/drawing/2014/main" val="295592385"/>
                    </a:ext>
                  </a:extLst>
                </a:gridCol>
                <a:gridCol w="1064029">
                  <a:extLst>
                    <a:ext uri="{9D8B030D-6E8A-4147-A177-3AD203B41FA5}">
                      <a16:colId xmlns:a16="http://schemas.microsoft.com/office/drawing/2014/main" val="4267785747"/>
                    </a:ext>
                  </a:extLst>
                </a:gridCol>
                <a:gridCol w="1213658">
                  <a:extLst>
                    <a:ext uri="{9D8B030D-6E8A-4147-A177-3AD203B41FA5}">
                      <a16:colId xmlns:a16="http://schemas.microsoft.com/office/drawing/2014/main" val="2956314033"/>
                    </a:ext>
                  </a:extLst>
                </a:gridCol>
                <a:gridCol w="1862051">
                  <a:extLst>
                    <a:ext uri="{9D8B030D-6E8A-4147-A177-3AD203B41FA5}">
                      <a16:colId xmlns:a16="http://schemas.microsoft.com/office/drawing/2014/main" val="3220270409"/>
                    </a:ext>
                  </a:extLst>
                </a:gridCol>
                <a:gridCol w="764771">
                  <a:extLst>
                    <a:ext uri="{9D8B030D-6E8A-4147-A177-3AD203B41FA5}">
                      <a16:colId xmlns:a16="http://schemas.microsoft.com/office/drawing/2014/main" val="2708573384"/>
                    </a:ext>
                  </a:extLst>
                </a:gridCol>
                <a:gridCol w="551948">
                  <a:extLst>
                    <a:ext uri="{9D8B030D-6E8A-4147-A177-3AD203B41FA5}">
                      <a16:colId xmlns:a16="http://schemas.microsoft.com/office/drawing/2014/main" val="20001"/>
                    </a:ext>
                  </a:extLst>
                </a:gridCol>
                <a:gridCol w="1509609">
                  <a:extLst>
                    <a:ext uri="{9D8B030D-6E8A-4147-A177-3AD203B41FA5}">
                      <a16:colId xmlns:a16="http://schemas.microsoft.com/office/drawing/2014/main" val="2800054013"/>
                    </a:ext>
                  </a:extLst>
                </a:gridCol>
                <a:gridCol w="1172082">
                  <a:extLst>
                    <a:ext uri="{9D8B030D-6E8A-4147-A177-3AD203B41FA5}">
                      <a16:colId xmlns:a16="http://schemas.microsoft.com/office/drawing/2014/main" val="896781214"/>
                    </a:ext>
                  </a:extLst>
                </a:gridCol>
              </a:tblGrid>
              <a:tr h="266543">
                <a:tc>
                  <a:txBody>
                    <a:bodyPr/>
                    <a:lstStyle/>
                    <a:p>
                      <a:r>
                        <a:rPr lang="en-US" dirty="0">
                          <a:solidFill>
                            <a:schemeClr val="bg1"/>
                          </a:solidFill>
                        </a:rPr>
                        <a:t>V</a:t>
                      </a:r>
                    </a:p>
                  </a:txBody>
                  <a:tcPr>
                    <a:solidFill>
                      <a:schemeClr val="accent1"/>
                    </a:solidFill>
                  </a:tcPr>
                </a:tc>
                <a:tc>
                  <a:txBody>
                    <a:bodyPr/>
                    <a:lstStyle/>
                    <a:p>
                      <a:r>
                        <a:rPr lang="en-US" dirty="0">
                          <a:solidFill>
                            <a:schemeClr val="bg1"/>
                          </a:solidFill>
                        </a:rPr>
                        <a:t>Ord</a:t>
                      </a:r>
                    </a:p>
                  </a:txBody>
                  <a:tcPr>
                    <a:solidFill>
                      <a:schemeClr val="accent1"/>
                    </a:solidFill>
                  </a:tcPr>
                </a:tc>
                <a:tc>
                  <a:txBody>
                    <a:bodyPr/>
                    <a:lstStyle/>
                    <a:p>
                      <a:r>
                        <a:rPr lang="en-US" dirty="0" err="1"/>
                        <a:t>AddV</a:t>
                      </a:r>
                      <a:endParaRPr lang="en-US" dirty="0"/>
                    </a:p>
                  </a:txBody>
                  <a:tcPr>
                    <a:solidFill>
                      <a:schemeClr val="accent1"/>
                    </a:solidFill>
                  </a:tcPr>
                </a:tc>
                <a:tc>
                  <a:txBody>
                    <a:bodyPr/>
                    <a:lstStyle/>
                    <a:p>
                      <a:r>
                        <a:rPr lang="en-US" dirty="0" err="1"/>
                        <a:t>EdgeV</a:t>
                      </a:r>
                      <a:endParaRPr lang="en-US" dirty="0"/>
                    </a:p>
                  </a:txBody>
                  <a:tcPr>
                    <a:solidFill>
                      <a:schemeClr val="accent1"/>
                    </a:solidFill>
                  </a:tcPr>
                </a:tc>
                <a:tc>
                  <a:txBody>
                    <a:bodyPr/>
                    <a:lstStyle/>
                    <a:p>
                      <a:r>
                        <a:rPr lang="en-US" dirty="0" err="1"/>
                        <a:t>ListV</a:t>
                      </a:r>
                      <a:endParaRPr lang="en-US" dirty="0"/>
                    </a:p>
                  </a:txBody>
                  <a:tcPr>
                    <a:solidFill>
                      <a:schemeClr val="accent1"/>
                    </a:solidFill>
                  </a:tcPr>
                </a:tc>
                <a:tc>
                  <a:txBody>
                    <a:bodyPr/>
                    <a:lstStyle/>
                    <a:p>
                      <a:r>
                        <a:rPr lang="en-US" dirty="0"/>
                        <a:t>Check V</a:t>
                      </a:r>
                    </a:p>
                  </a:txBody>
                  <a:tcPr>
                    <a:solidFill>
                      <a:schemeClr val="accent1"/>
                    </a:solidFill>
                  </a:tcPr>
                </a:tc>
                <a:tc>
                  <a:txBody>
                    <a:bodyPr/>
                    <a:lstStyle/>
                    <a:p>
                      <a:r>
                        <a:rPr lang="en-US" dirty="0"/>
                        <a:t>Processed Edge</a:t>
                      </a:r>
                    </a:p>
                  </a:txBody>
                  <a:tcPr>
                    <a:solidFill>
                      <a:schemeClr val="accent1"/>
                    </a:solidFill>
                  </a:tcPr>
                </a:tc>
                <a:tc>
                  <a:txBody>
                    <a:bodyPr/>
                    <a:lstStyle/>
                    <a:p>
                      <a:r>
                        <a:rPr lang="en-US" dirty="0" err="1"/>
                        <a:t>BestE</a:t>
                      </a:r>
                      <a:endParaRPr lang="en-US" dirty="0"/>
                    </a:p>
                  </a:txBody>
                  <a:tcPr>
                    <a:solidFill>
                      <a:schemeClr val="accent1"/>
                    </a:solidFill>
                  </a:tcPr>
                </a:tc>
                <a:tc>
                  <a:txBody>
                    <a:bodyPr/>
                    <a:lstStyle/>
                    <a:p>
                      <a:r>
                        <a:rPr lang="en-US" dirty="0"/>
                        <a:t>Dis</a:t>
                      </a:r>
                    </a:p>
                  </a:txBody>
                  <a:tcPr/>
                </a:tc>
                <a:tc>
                  <a:txBody>
                    <a:bodyPr/>
                    <a:lstStyle/>
                    <a:p>
                      <a:r>
                        <a:rPr lang="en-US" dirty="0" err="1"/>
                        <a:t>Del+Add</a:t>
                      </a:r>
                      <a:r>
                        <a:rPr lang="en-US" dirty="0"/>
                        <a:t> </a:t>
                      </a:r>
                      <a:r>
                        <a:rPr lang="en-US" dirty="0" err="1"/>
                        <a:t>ListV</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Check V</a:t>
                      </a:r>
                    </a:p>
                  </a:txBody>
                  <a:tcPr/>
                </a:tc>
                <a:extLst>
                  <a:ext uri="{0D108BD9-81ED-4DB2-BD59-A6C34878D82A}">
                    <a16:rowId xmlns:a16="http://schemas.microsoft.com/office/drawing/2014/main" val="10000"/>
                  </a:ext>
                </a:extLst>
              </a:tr>
              <a:tr h="370840">
                <a:tc>
                  <a:txBody>
                    <a:bodyPr/>
                    <a:lstStyle/>
                    <a:p>
                      <a:r>
                        <a:rPr lang="en-US" dirty="0"/>
                        <a:t>A</a:t>
                      </a:r>
                    </a:p>
                  </a:txBody>
                  <a:tcPr/>
                </a:tc>
                <a:tc>
                  <a:txBody>
                    <a:bodyPr/>
                    <a:lstStyle/>
                    <a:p>
                      <a:r>
                        <a:rPr lang="en-US" dirty="0"/>
                        <a:t>0</a:t>
                      </a:r>
                    </a:p>
                  </a:txBody>
                  <a:tcPr/>
                </a:tc>
                <a:tc>
                  <a:txBody>
                    <a:bodyPr/>
                    <a:lstStyle/>
                    <a:p>
                      <a:r>
                        <a:rPr lang="en-US" dirty="0"/>
                        <a:t>A</a:t>
                      </a:r>
                    </a:p>
                  </a:txBody>
                  <a:tcPr/>
                </a:tc>
                <a:tc>
                  <a:txBody>
                    <a:bodyPr/>
                    <a:lstStyle/>
                    <a:p>
                      <a:r>
                        <a:rPr lang="en-US" dirty="0"/>
                        <a:t>AD-AC-AB-AH</a:t>
                      </a:r>
                    </a:p>
                  </a:txBody>
                  <a:tcPr/>
                </a:tc>
                <a:tc>
                  <a:txBody>
                    <a:bodyPr/>
                    <a:lstStyle/>
                    <a:p>
                      <a:r>
                        <a:rPr lang="en-US" dirty="0"/>
                        <a:t>A</a:t>
                      </a:r>
                    </a:p>
                  </a:txBody>
                  <a:tcPr/>
                </a:tc>
                <a:tc>
                  <a:txBody>
                    <a:bodyPr/>
                    <a:lstStyle/>
                    <a:p>
                      <a:r>
                        <a:rPr lang="en-US" dirty="0"/>
                        <a:t>B-C-D-H</a:t>
                      </a:r>
                    </a:p>
                  </a:txBody>
                  <a:tcPr/>
                </a:tc>
                <a:tc>
                  <a:txBody>
                    <a:bodyPr/>
                    <a:lstStyle/>
                    <a:p>
                      <a:r>
                        <a:rPr lang="en-US" dirty="0" err="1"/>
                        <a:t>AD,AC,AB,AH</a:t>
                      </a:r>
                      <a:endParaRPr lang="en-US" dirty="0"/>
                    </a:p>
                  </a:txBody>
                  <a:tcPr/>
                </a:tc>
                <a:tc>
                  <a:txBody>
                    <a:bodyPr/>
                    <a:lstStyle/>
                    <a:p>
                      <a:r>
                        <a:rPr lang="en-US" dirty="0"/>
                        <a:t>AC</a:t>
                      </a:r>
                    </a:p>
                  </a:txBody>
                  <a:tcPr/>
                </a:tc>
                <a:tc>
                  <a:txBody>
                    <a:bodyPr/>
                    <a:lstStyle/>
                    <a:p>
                      <a:r>
                        <a:rPr lang="en-US" dirty="0"/>
                        <a:t>3</a:t>
                      </a:r>
                    </a:p>
                  </a:txBody>
                  <a:tcPr/>
                </a:tc>
                <a:tc>
                  <a:txBody>
                    <a:bodyPr/>
                    <a:lstStyle/>
                    <a:p>
                      <a:r>
                        <a:rPr lang="en-US" dirty="0"/>
                        <a:t>C</a:t>
                      </a:r>
                    </a:p>
                  </a:txBody>
                  <a:tcPr/>
                </a:tc>
                <a:tc>
                  <a:txBody>
                    <a:bodyPr/>
                    <a:lstStyle/>
                    <a:p>
                      <a:r>
                        <a:rPr lang="en-US" dirty="0"/>
                        <a:t>B-D-H</a:t>
                      </a:r>
                    </a:p>
                  </a:txBody>
                  <a:tcPr/>
                </a:tc>
                <a:extLst>
                  <a:ext uri="{0D108BD9-81ED-4DB2-BD59-A6C34878D82A}">
                    <a16:rowId xmlns:a16="http://schemas.microsoft.com/office/drawing/2014/main" val="10001"/>
                  </a:ext>
                </a:extLst>
              </a:tr>
              <a:tr h="370840">
                <a:tc>
                  <a:txBody>
                    <a:bodyPr/>
                    <a:lstStyle/>
                    <a:p>
                      <a:r>
                        <a:rPr lang="en-US" dirty="0"/>
                        <a:t>B</a:t>
                      </a:r>
                    </a:p>
                  </a:txBody>
                  <a:tcPr/>
                </a:tc>
                <a:tc>
                  <a:txBody>
                    <a:bodyPr/>
                    <a:lstStyle/>
                    <a:p>
                      <a:r>
                        <a:rPr lang="en-US" dirty="0"/>
                        <a:t>4</a:t>
                      </a:r>
                    </a:p>
                  </a:txBody>
                  <a:tcPr/>
                </a:tc>
                <a:tc>
                  <a:txBody>
                    <a:bodyPr/>
                    <a:lstStyle/>
                    <a:p>
                      <a:r>
                        <a:rPr lang="en-US" dirty="0"/>
                        <a:t>B</a:t>
                      </a:r>
                    </a:p>
                  </a:txBody>
                  <a:tcPr/>
                </a:tc>
                <a:tc>
                  <a:txBody>
                    <a:bodyPr/>
                    <a:lstStyle/>
                    <a:p>
                      <a:r>
                        <a:rPr lang="en-US" dirty="0"/>
                        <a:t>BD-</a:t>
                      </a:r>
                      <a:r>
                        <a:rPr lang="en-US" strike="sngStrike" dirty="0"/>
                        <a:t>BA</a:t>
                      </a:r>
                      <a:r>
                        <a:rPr lang="en-US" dirty="0"/>
                        <a:t>-BE</a:t>
                      </a:r>
                    </a:p>
                  </a:txBody>
                  <a:tcPr/>
                </a:tc>
                <a:tc>
                  <a:txBody>
                    <a:bodyPr/>
                    <a:lstStyle/>
                    <a:p>
                      <a:r>
                        <a:rPr lang="en-US" dirty="0" err="1"/>
                        <a:t>ACDFB</a:t>
                      </a:r>
                      <a:endParaRPr lang="en-US" dirty="0"/>
                    </a:p>
                  </a:txBody>
                  <a:tcPr/>
                </a:tc>
                <a:tc>
                  <a:txBody>
                    <a:bodyPr/>
                    <a:lstStyle/>
                    <a:p>
                      <a:r>
                        <a:rPr lang="en-US" dirty="0"/>
                        <a:t>H-E</a:t>
                      </a:r>
                    </a:p>
                  </a:txBody>
                  <a:tcPr/>
                </a:tc>
                <a:tc>
                  <a:txBody>
                    <a:bodyPr/>
                    <a:lstStyle/>
                    <a:p>
                      <a:r>
                        <a:rPr lang="en-US" dirty="0" err="1"/>
                        <a:t>AH,BD,BE</a:t>
                      </a:r>
                      <a:endParaRPr lang="en-US" dirty="0"/>
                    </a:p>
                  </a:txBody>
                  <a:tcPr/>
                </a:tc>
                <a:tc>
                  <a:txBody>
                    <a:bodyPr/>
                    <a:lstStyle/>
                    <a:p>
                      <a:r>
                        <a:rPr lang="en-US" dirty="0"/>
                        <a:t>BE</a:t>
                      </a:r>
                    </a:p>
                  </a:txBody>
                  <a:tcPr/>
                </a:tc>
                <a:tc>
                  <a:txBody>
                    <a:bodyPr/>
                    <a:lstStyle/>
                    <a:p>
                      <a:r>
                        <a:rPr lang="en-US" dirty="0"/>
                        <a:t>7</a:t>
                      </a:r>
                    </a:p>
                  </a:txBody>
                  <a:tcPr/>
                </a:tc>
                <a:tc>
                  <a:txBody>
                    <a:bodyPr/>
                    <a:lstStyle/>
                    <a:p>
                      <a:r>
                        <a:rPr lang="en-US" dirty="0"/>
                        <a:t>E</a:t>
                      </a:r>
                    </a:p>
                  </a:txBody>
                  <a:tcPr/>
                </a:tc>
                <a:tc>
                  <a:txBody>
                    <a:bodyPr/>
                    <a:lstStyle/>
                    <a:p>
                      <a:r>
                        <a:rPr lang="en-US" dirty="0"/>
                        <a:t>H</a:t>
                      </a:r>
                    </a:p>
                  </a:txBody>
                  <a:tcPr/>
                </a:tc>
                <a:extLst>
                  <a:ext uri="{0D108BD9-81ED-4DB2-BD59-A6C34878D82A}">
                    <a16:rowId xmlns:a16="http://schemas.microsoft.com/office/drawing/2014/main" val="10002"/>
                  </a:ext>
                </a:extLst>
              </a:tr>
              <a:tr h="370840">
                <a:tc>
                  <a:txBody>
                    <a:bodyPr/>
                    <a:lstStyle/>
                    <a:p>
                      <a:r>
                        <a:rPr lang="en-US" dirty="0"/>
                        <a:t>C</a:t>
                      </a:r>
                    </a:p>
                  </a:txBody>
                  <a:tcPr/>
                </a:tc>
                <a:tc>
                  <a:txBody>
                    <a:bodyPr/>
                    <a:lstStyle/>
                    <a:p>
                      <a:r>
                        <a:rPr lang="en-US" dirty="0"/>
                        <a:t>1</a:t>
                      </a:r>
                    </a:p>
                  </a:txBody>
                  <a:tcPr/>
                </a:tc>
                <a:tc>
                  <a:txBody>
                    <a:bodyPr/>
                    <a:lstStyle/>
                    <a:p>
                      <a:r>
                        <a:rPr lang="en-US" dirty="0"/>
                        <a:t>C</a:t>
                      </a:r>
                    </a:p>
                  </a:txBody>
                  <a:tcPr/>
                </a:tc>
                <a:tc>
                  <a:txBody>
                    <a:bodyPr/>
                    <a:lstStyle/>
                    <a:p>
                      <a:r>
                        <a:rPr lang="en-US" dirty="0"/>
                        <a:t>CF</a:t>
                      </a:r>
                    </a:p>
                  </a:txBody>
                  <a:tcPr/>
                </a:tc>
                <a:tc>
                  <a:txBody>
                    <a:bodyPr/>
                    <a:lstStyle/>
                    <a:p>
                      <a:r>
                        <a:rPr lang="en-US" dirty="0"/>
                        <a:t>AC</a:t>
                      </a:r>
                    </a:p>
                  </a:txBody>
                  <a:tcPr/>
                </a:tc>
                <a:tc>
                  <a:txBody>
                    <a:bodyPr/>
                    <a:lstStyle/>
                    <a:p>
                      <a:r>
                        <a:rPr lang="en-US" dirty="0"/>
                        <a:t>B-D-H-F</a:t>
                      </a:r>
                    </a:p>
                  </a:txBody>
                  <a:tcPr/>
                </a:tc>
                <a:tc>
                  <a:txBody>
                    <a:bodyPr/>
                    <a:lstStyle/>
                    <a:p>
                      <a:r>
                        <a:rPr lang="en-US" dirty="0" err="1"/>
                        <a:t>AD,AB,AH,CF</a:t>
                      </a:r>
                      <a:endParaRPr lang="en-US" dirty="0"/>
                    </a:p>
                  </a:txBody>
                  <a:tcPr/>
                </a:tc>
                <a:tc>
                  <a:txBody>
                    <a:bodyPr/>
                    <a:lstStyle/>
                    <a:p>
                      <a:r>
                        <a:rPr lang="en-US" dirty="0"/>
                        <a:t>AD</a:t>
                      </a:r>
                    </a:p>
                  </a:txBody>
                  <a:tcPr/>
                </a:tc>
                <a:tc>
                  <a:txBody>
                    <a:bodyPr/>
                    <a:lstStyle/>
                    <a:p>
                      <a:r>
                        <a:rPr lang="en-US" dirty="0"/>
                        <a:t>6</a:t>
                      </a:r>
                    </a:p>
                  </a:txBody>
                  <a:tcPr/>
                </a:tc>
                <a:tc>
                  <a:txBody>
                    <a:bodyPr/>
                    <a:lstStyle/>
                    <a:p>
                      <a:r>
                        <a:rPr lang="en-US" dirty="0"/>
                        <a:t>D</a:t>
                      </a:r>
                    </a:p>
                  </a:txBody>
                  <a:tcPr/>
                </a:tc>
                <a:tc>
                  <a:txBody>
                    <a:bodyPr/>
                    <a:lstStyle/>
                    <a:p>
                      <a:r>
                        <a:rPr lang="en-US" dirty="0"/>
                        <a:t>B-H-F</a:t>
                      </a:r>
                    </a:p>
                  </a:txBody>
                  <a:tcPr/>
                </a:tc>
                <a:extLst>
                  <a:ext uri="{0D108BD9-81ED-4DB2-BD59-A6C34878D82A}">
                    <a16:rowId xmlns:a16="http://schemas.microsoft.com/office/drawing/2014/main" val="10003"/>
                  </a:ext>
                </a:extLst>
              </a:tr>
              <a:tr h="369537">
                <a:tc>
                  <a:txBody>
                    <a:bodyPr/>
                    <a:lstStyle/>
                    <a:p>
                      <a:r>
                        <a:rPr lang="en-US" dirty="0"/>
                        <a:t>D</a:t>
                      </a:r>
                    </a:p>
                  </a:txBody>
                  <a:tcPr/>
                </a:tc>
                <a:tc>
                  <a:txBody>
                    <a:bodyPr/>
                    <a:lstStyle/>
                    <a:p>
                      <a:r>
                        <a:rPr lang="en-US" dirty="0"/>
                        <a:t>2</a:t>
                      </a:r>
                    </a:p>
                  </a:txBody>
                  <a:tcPr/>
                </a:tc>
                <a:tc>
                  <a:txBody>
                    <a:bodyPr/>
                    <a:lstStyle/>
                    <a:p>
                      <a:r>
                        <a:rPr lang="en-US" dirty="0"/>
                        <a:t>D</a:t>
                      </a:r>
                    </a:p>
                  </a:txBody>
                  <a:tcPr/>
                </a:tc>
                <a:tc>
                  <a:txBody>
                    <a:bodyPr/>
                    <a:lstStyle/>
                    <a:p>
                      <a:r>
                        <a:rPr lang="en-US" u="sng" strike="sngStrike" dirty="0"/>
                        <a:t>DA</a:t>
                      </a:r>
                      <a:r>
                        <a:rPr lang="en-US" dirty="0"/>
                        <a:t>-DB</a:t>
                      </a:r>
                    </a:p>
                  </a:txBody>
                  <a:tcPr/>
                </a:tc>
                <a:tc>
                  <a:txBody>
                    <a:bodyPr/>
                    <a:lstStyle/>
                    <a:p>
                      <a:r>
                        <a:rPr lang="en-US" dirty="0" err="1"/>
                        <a:t>ACD</a:t>
                      </a:r>
                      <a:endParaRPr lang="en-US" dirty="0"/>
                    </a:p>
                  </a:txBody>
                  <a:tcPr/>
                </a:tc>
                <a:tc>
                  <a:txBody>
                    <a:bodyPr/>
                    <a:lstStyle/>
                    <a:p>
                      <a:r>
                        <a:rPr lang="en-US" dirty="0"/>
                        <a:t>B-H-F</a:t>
                      </a:r>
                    </a:p>
                  </a:txBody>
                  <a:tcPr/>
                </a:tc>
                <a:tc>
                  <a:txBody>
                    <a:bodyPr/>
                    <a:lstStyle/>
                    <a:p>
                      <a:r>
                        <a:rPr lang="en-US" dirty="0" err="1"/>
                        <a:t>AB,AH,CF,BD</a:t>
                      </a:r>
                      <a:endParaRPr lang="en-US" dirty="0"/>
                    </a:p>
                  </a:txBody>
                  <a:tcPr/>
                </a:tc>
                <a:tc>
                  <a:txBody>
                    <a:bodyPr/>
                    <a:lstStyle/>
                    <a:p>
                      <a:r>
                        <a:rPr lang="en-US" dirty="0"/>
                        <a:t>CF</a:t>
                      </a:r>
                    </a:p>
                  </a:txBody>
                  <a:tcPr/>
                </a:tc>
                <a:tc>
                  <a:txBody>
                    <a:bodyPr/>
                    <a:lstStyle/>
                    <a:p>
                      <a:r>
                        <a:rPr lang="en-US" dirty="0"/>
                        <a:t>6</a:t>
                      </a:r>
                    </a:p>
                  </a:txBody>
                  <a:tcPr/>
                </a:tc>
                <a:tc>
                  <a:txBody>
                    <a:bodyPr/>
                    <a:lstStyle/>
                    <a:p>
                      <a:r>
                        <a:rPr lang="en-US" dirty="0"/>
                        <a:t>F</a:t>
                      </a:r>
                    </a:p>
                  </a:txBody>
                  <a:tcPr/>
                </a:tc>
                <a:tc>
                  <a:txBody>
                    <a:bodyPr/>
                    <a:lstStyle/>
                    <a:p>
                      <a:r>
                        <a:rPr lang="en-US" dirty="0"/>
                        <a:t>B-H</a:t>
                      </a:r>
                    </a:p>
                  </a:txBody>
                  <a:tcPr/>
                </a:tc>
                <a:extLst>
                  <a:ext uri="{0D108BD9-81ED-4DB2-BD59-A6C34878D82A}">
                    <a16:rowId xmlns:a16="http://schemas.microsoft.com/office/drawing/2014/main" val="10004"/>
                  </a:ext>
                </a:extLst>
              </a:tr>
              <a:tr h="370840">
                <a:tc>
                  <a:txBody>
                    <a:bodyPr/>
                    <a:lstStyle/>
                    <a:p>
                      <a:r>
                        <a:rPr lang="en-US" dirty="0"/>
                        <a:t>E</a:t>
                      </a:r>
                    </a:p>
                  </a:txBody>
                  <a:tcPr/>
                </a:tc>
                <a:tc>
                  <a:txBody>
                    <a:bodyPr/>
                    <a:lstStyle/>
                    <a:p>
                      <a:r>
                        <a:rPr lang="en-US" dirty="0"/>
                        <a:t>5</a:t>
                      </a:r>
                    </a:p>
                  </a:txBody>
                  <a:tcPr/>
                </a:tc>
                <a:tc>
                  <a:txBody>
                    <a:bodyPr/>
                    <a:lstStyle/>
                    <a:p>
                      <a:r>
                        <a:rPr lang="en-US" dirty="0"/>
                        <a:t>E</a:t>
                      </a:r>
                    </a:p>
                  </a:txBody>
                  <a:tcPr/>
                </a:tc>
                <a:tc>
                  <a:txBody>
                    <a:bodyPr/>
                    <a:lstStyle/>
                    <a:p>
                      <a:r>
                        <a:rPr lang="en-US" strike="sngStrike" dirty="0"/>
                        <a:t>EB</a:t>
                      </a:r>
                      <a:r>
                        <a:rPr lang="en-US" dirty="0"/>
                        <a:t>-EH</a:t>
                      </a:r>
                    </a:p>
                  </a:txBody>
                  <a:tcPr/>
                </a:tc>
                <a:tc>
                  <a:txBody>
                    <a:bodyPr/>
                    <a:lstStyle/>
                    <a:p>
                      <a:r>
                        <a:rPr lang="en-US" dirty="0" err="1"/>
                        <a:t>ACDFBE</a:t>
                      </a:r>
                      <a:endParaRPr lang="en-US" dirty="0"/>
                    </a:p>
                  </a:txBody>
                  <a:tcPr/>
                </a:tc>
                <a:tc>
                  <a:txBody>
                    <a:bodyPr/>
                    <a:lstStyle/>
                    <a:p>
                      <a:r>
                        <a:rPr lang="en-US" dirty="0"/>
                        <a:t>H</a:t>
                      </a:r>
                    </a:p>
                  </a:txBody>
                  <a:tcPr/>
                </a:tc>
                <a:tc>
                  <a:txBody>
                    <a:bodyPr/>
                    <a:lstStyle/>
                    <a:p>
                      <a:r>
                        <a:rPr lang="en-US" dirty="0" err="1"/>
                        <a:t>AH,BD,EH</a:t>
                      </a:r>
                      <a:endParaRPr lang="en-US" dirty="0"/>
                    </a:p>
                  </a:txBody>
                  <a:tcPr/>
                </a:tc>
                <a:tc>
                  <a:txBody>
                    <a:bodyPr/>
                    <a:lstStyle/>
                    <a:p>
                      <a:r>
                        <a:rPr lang="en-US" dirty="0"/>
                        <a:t>AH</a:t>
                      </a:r>
                    </a:p>
                  </a:txBody>
                  <a:tcPr/>
                </a:tc>
                <a:tc>
                  <a:txBody>
                    <a:bodyPr/>
                    <a:lstStyle/>
                    <a:p>
                      <a:r>
                        <a:rPr lang="en-US" dirty="0"/>
                        <a:t>8</a:t>
                      </a:r>
                    </a:p>
                  </a:txBody>
                  <a:tcPr/>
                </a:tc>
                <a:tc>
                  <a:txBody>
                    <a:bodyPr/>
                    <a:lstStyle/>
                    <a:p>
                      <a:r>
                        <a:rPr lang="en-US" dirty="0"/>
                        <a:t>H</a:t>
                      </a:r>
                    </a:p>
                  </a:txBody>
                  <a:tcPr/>
                </a:tc>
                <a:tc>
                  <a:txBody>
                    <a:bodyPr/>
                    <a:lstStyle/>
                    <a:p>
                      <a:r>
                        <a:rPr lang="en-US" dirty="0"/>
                        <a:t>-</a:t>
                      </a:r>
                    </a:p>
                  </a:txBody>
                  <a:tcPr/>
                </a:tc>
                <a:extLst>
                  <a:ext uri="{0D108BD9-81ED-4DB2-BD59-A6C34878D82A}">
                    <a16:rowId xmlns:a16="http://schemas.microsoft.com/office/drawing/2014/main" val="10005"/>
                  </a:ext>
                </a:extLst>
              </a:tr>
              <a:tr h="370840">
                <a:tc>
                  <a:txBody>
                    <a:bodyPr/>
                    <a:lstStyle/>
                    <a:p>
                      <a:r>
                        <a:rPr lang="en-US" dirty="0"/>
                        <a:t>F</a:t>
                      </a:r>
                    </a:p>
                  </a:txBody>
                  <a:tcPr/>
                </a:tc>
                <a:tc>
                  <a:txBody>
                    <a:bodyPr/>
                    <a:lstStyle/>
                    <a:p>
                      <a:r>
                        <a:rPr lang="en-US" dirty="0"/>
                        <a:t>3</a:t>
                      </a:r>
                    </a:p>
                  </a:txBody>
                  <a:tcPr/>
                </a:tc>
                <a:tc>
                  <a:txBody>
                    <a:bodyPr/>
                    <a:lstStyle/>
                    <a:p>
                      <a:r>
                        <a:rPr lang="en-US" dirty="0"/>
                        <a:t>F</a:t>
                      </a:r>
                    </a:p>
                  </a:txBody>
                  <a:tcPr/>
                </a:tc>
                <a:tc>
                  <a:txBody>
                    <a:bodyPr/>
                    <a:lstStyle/>
                    <a:p>
                      <a:r>
                        <a:rPr lang="en-US" strike="sngStrike" dirty="0"/>
                        <a:t>FC</a:t>
                      </a:r>
                    </a:p>
                  </a:txBody>
                  <a:tcPr/>
                </a:tc>
                <a:tc>
                  <a:txBody>
                    <a:bodyPr/>
                    <a:lstStyle/>
                    <a:p>
                      <a:r>
                        <a:rPr lang="en-US" dirty="0" err="1"/>
                        <a:t>ACDF</a:t>
                      </a:r>
                      <a:endParaRPr lang="en-US" dirty="0"/>
                    </a:p>
                  </a:txBody>
                  <a:tcPr/>
                </a:tc>
                <a:tc>
                  <a:txBody>
                    <a:bodyPr/>
                    <a:lstStyle/>
                    <a:p>
                      <a:r>
                        <a:rPr lang="en-US" dirty="0"/>
                        <a:t>B-H</a:t>
                      </a:r>
                    </a:p>
                  </a:txBody>
                  <a:tcPr/>
                </a:tc>
                <a:tc>
                  <a:txBody>
                    <a:bodyPr/>
                    <a:lstStyle/>
                    <a:p>
                      <a:r>
                        <a:rPr lang="en-US" dirty="0" err="1"/>
                        <a:t>AB,AH,BD</a:t>
                      </a:r>
                      <a:endParaRPr lang="en-US" dirty="0"/>
                    </a:p>
                  </a:txBody>
                  <a:tcPr/>
                </a:tc>
                <a:tc>
                  <a:txBody>
                    <a:bodyPr/>
                    <a:lstStyle/>
                    <a:p>
                      <a:r>
                        <a:rPr lang="en-US" dirty="0"/>
                        <a:t>AB</a:t>
                      </a:r>
                    </a:p>
                  </a:txBody>
                  <a:tcPr/>
                </a:tc>
                <a:tc>
                  <a:txBody>
                    <a:bodyPr/>
                    <a:lstStyle/>
                    <a:p>
                      <a:r>
                        <a:rPr lang="en-US" dirty="0"/>
                        <a:t>9</a:t>
                      </a:r>
                    </a:p>
                  </a:txBody>
                  <a:tcPr/>
                </a:tc>
                <a:tc>
                  <a:txBody>
                    <a:bodyPr/>
                    <a:lstStyle/>
                    <a:p>
                      <a:r>
                        <a:rPr lang="en-US" dirty="0"/>
                        <a:t>B</a:t>
                      </a:r>
                    </a:p>
                  </a:txBody>
                  <a:tcPr/>
                </a:tc>
                <a:tc>
                  <a:txBody>
                    <a:bodyPr/>
                    <a:lstStyle/>
                    <a:p>
                      <a:r>
                        <a:rPr lang="en-US" dirty="0"/>
                        <a:t>H</a:t>
                      </a:r>
                    </a:p>
                  </a:txBody>
                  <a:tcPr/>
                </a:tc>
                <a:extLst>
                  <a:ext uri="{0D108BD9-81ED-4DB2-BD59-A6C34878D82A}">
                    <a16:rowId xmlns:a16="http://schemas.microsoft.com/office/drawing/2014/main" val="10006"/>
                  </a:ext>
                </a:extLst>
              </a:tr>
              <a:tr h="370840">
                <a:tc>
                  <a:txBody>
                    <a:bodyPr/>
                    <a:lstStyle/>
                    <a:p>
                      <a:r>
                        <a:rPr lang="en-US" dirty="0"/>
                        <a:t>H</a:t>
                      </a:r>
                    </a:p>
                  </a:txBody>
                  <a:tcPr/>
                </a:tc>
                <a:tc>
                  <a:txBody>
                    <a:bodyPr/>
                    <a:lstStyle/>
                    <a:p>
                      <a:r>
                        <a:rPr lang="en-US" dirty="0"/>
                        <a:t>6</a:t>
                      </a:r>
                    </a:p>
                  </a:txBody>
                  <a:tcPr/>
                </a:tc>
                <a:tc>
                  <a:txBody>
                    <a:bodyPr/>
                    <a:lstStyle/>
                    <a:p>
                      <a:r>
                        <a:rPr lang="en-US" dirty="0"/>
                        <a:t>H</a:t>
                      </a:r>
                    </a:p>
                  </a:txBody>
                  <a:tcPr/>
                </a:tc>
                <a:tc>
                  <a:txBody>
                    <a:bodyPr/>
                    <a:lstStyle/>
                    <a:p>
                      <a:r>
                        <a:rPr lang="en-US" dirty="0"/>
                        <a:t>EH-</a:t>
                      </a:r>
                      <a:r>
                        <a:rPr lang="en-US" strike="sngStrike" dirty="0"/>
                        <a:t>AH</a:t>
                      </a:r>
                    </a:p>
                  </a:txBody>
                  <a:tcPr/>
                </a:tc>
                <a:tc>
                  <a:txBody>
                    <a:bodyPr/>
                    <a:lstStyle/>
                    <a:p>
                      <a:r>
                        <a:rPr lang="en-US" dirty="0" err="1"/>
                        <a:t>ACDFBEH</a:t>
                      </a:r>
                      <a:endParaRPr lang="en-US" dirty="0"/>
                    </a:p>
                  </a:txBody>
                  <a:tcPr/>
                </a:tc>
                <a:tc>
                  <a:txBody>
                    <a:bodyPr/>
                    <a:lstStyle/>
                    <a:p>
                      <a:r>
                        <a:rPr lang="en-US" dirty="0"/>
                        <a:t>-</a:t>
                      </a:r>
                    </a:p>
                  </a:txBody>
                  <a:tcPr/>
                </a:tc>
                <a:tc>
                  <a:txBody>
                    <a:bodyPr/>
                    <a:lstStyle/>
                    <a:p>
                      <a:r>
                        <a:rPr lang="en-US" dirty="0" err="1"/>
                        <a:t>BD,EH</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05797843"/>
                  </a:ext>
                </a:extLst>
              </a:tr>
            </a:tbl>
          </a:graphicData>
        </a:graphic>
      </p:graphicFrame>
      <p:pic>
        <p:nvPicPr>
          <p:cNvPr id="33" name="Picture 32">
            <a:extLst>
              <a:ext uri="{FF2B5EF4-FFF2-40B4-BE49-F238E27FC236}">
                <a16:creationId xmlns:a16="http://schemas.microsoft.com/office/drawing/2014/main" id="{22F7A75C-1AA2-2CB2-ACC5-6AE605E53744}"/>
              </a:ext>
            </a:extLst>
          </p:cNvPr>
          <p:cNvPicPr>
            <a:picLocks noChangeAspect="1"/>
          </p:cNvPicPr>
          <p:nvPr/>
        </p:nvPicPr>
        <p:blipFill>
          <a:blip r:embed="rId4"/>
          <a:stretch>
            <a:fillRect/>
          </a:stretch>
        </p:blipFill>
        <p:spPr>
          <a:xfrm>
            <a:off x="7414953" y="0"/>
            <a:ext cx="3048242" cy="2536924"/>
          </a:xfrm>
          <a:prstGeom prst="rect">
            <a:avLst/>
          </a:prstGeom>
        </p:spPr>
      </p:pic>
    </p:spTree>
    <p:extLst>
      <p:ext uri="{BB962C8B-B14F-4D97-AF65-F5344CB8AC3E}">
        <p14:creationId xmlns:p14="http://schemas.microsoft.com/office/powerpoint/2010/main" val="1946854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Does This Algorithm Always Work?	</a:t>
            </a:r>
          </a:p>
        </p:txBody>
      </p:sp>
      <p:sp>
        <p:nvSpPr>
          <p:cNvPr id="3" name="Content Placeholder 2"/>
          <p:cNvSpPr>
            <a:spLocks noGrp="1"/>
          </p:cNvSpPr>
          <p:nvPr>
            <p:ph idx="1"/>
          </p:nvPr>
        </p:nvSpPr>
        <p:spPr/>
        <p:txBody>
          <a:bodyPr/>
          <a:lstStyle/>
          <a:p>
            <a:r>
              <a:rPr lang="en-US" dirty="0"/>
              <a:t>Prim’s Algorithm is a </a:t>
            </a:r>
            <a:r>
              <a:rPr lang="en-US" b="1" dirty="0"/>
              <a:t>greedy </a:t>
            </a:r>
            <a:r>
              <a:rPr lang="en-US" dirty="0"/>
              <a:t>algorithm. Once it decides to include an edge in the MST it never reconsiders its decision. </a:t>
            </a:r>
          </a:p>
          <a:p>
            <a:r>
              <a:rPr lang="en-US" dirty="0"/>
              <a:t>Greedy algorithms rarely work. </a:t>
            </a:r>
          </a:p>
          <a:p>
            <a:r>
              <a:rPr lang="en-US" dirty="0"/>
              <a:t>There are special properties of MSTs that allow greedy algorithms to find them.</a:t>
            </a:r>
          </a:p>
          <a:p>
            <a:endParaRPr lang="en-US" dirty="0"/>
          </a:p>
          <a:p>
            <a:r>
              <a:rPr lang="en-US" dirty="0"/>
              <a:t>In fact MSTs are so </a:t>
            </a:r>
            <a:r>
              <a:rPr lang="en-US" i="1" dirty="0"/>
              <a:t>magical </a:t>
            </a:r>
            <a:r>
              <a:rPr lang="en-US" dirty="0"/>
              <a:t>that there’s more than one greedy algorithm that works.</a:t>
            </a:r>
            <a:endParaRPr lang="en-US" i="1" dirty="0"/>
          </a:p>
        </p:txBody>
      </p:sp>
      <p:sp>
        <p:nvSpPr>
          <p:cNvPr id="4" name="Footer Placeholder 3"/>
          <p:cNvSpPr>
            <a:spLocks noGrp="1"/>
          </p:cNvSpPr>
          <p:nvPr>
            <p:ph type="ftr" sz="quarter" idx="11"/>
          </p:nvPr>
        </p:nvSpPr>
        <p:spPr/>
        <p:txBody>
          <a:bodyPr/>
          <a:lstStyle/>
          <a:p>
            <a:r>
              <a:rPr lang="en-US"/>
              <a:t>CSE 373 AU 18</a:t>
            </a:r>
            <a:endParaRPr lang="en-US" dirty="0"/>
          </a:p>
        </p:txBody>
      </p:sp>
      <p:sp>
        <p:nvSpPr>
          <p:cNvPr id="5" name="Slide Number Placeholder 4"/>
          <p:cNvSpPr>
            <a:spLocks noGrp="1"/>
          </p:cNvSpPr>
          <p:nvPr>
            <p:ph type="sldNum" sz="quarter" idx="12"/>
          </p:nvPr>
        </p:nvSpPr>
        <p:spPr/>
        <p:txBody>
          <a:bodyPr/>
          <a:lstStyle/>
          <a:p>
            <a:fld id="{659665DE-58FC-41F4-AC58-2C90A5E00527}" type="slidenum">
              <a:rPr lang="en-US" smtClean="0"/>
              <a:t>12</a:t>
            </a:fld>
            <a:endParaRPr lang="en-US"/>
          </a:p>
        </p:txBody>
      </p:sp>
    </p:spTree>
    <p:extLst>
      <p:ext uri="{BB962C8B-B14F-4D97-AF65-F5344CB8AC3E}">
        <p14:creationId xmlns:p14="http://schemas.microsoft.com/office/powerpoint/2010/main" val="3109165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different Approach	</a:t>
            </a:r>
          </a:p>
        </p:txBody>
      </p:sp>
      <p:sp>
        <p:nvSpPr>
          <p:cNvPr id="3" name="Content Placeholder 2"/>
          <p:cNvSpPr>
            <a:spLocks noGrp="1"/>
          </p:cNvSpPr>
          <p:nvPr>
            <p:ph idx="1"/>
          </p:nvPr>
        </p:nvSpPr>
        <p:spPr/>
        <p:txBody>
          <a:bodyPr/>
          <a:lstStyle/>
          <a:p>
            <a:r>
              <a:rPr lang="en-US" dirty="0"/>
              <a:t>Prim’s Algorithm started from a single vertex and reached more and more other vertices.</a:t>
            </a:r>
          </a:p>
          <a:p>
            <a:r>
              <a:rPr lang="en-US" dirty="0"/>
              <a:t>Prim’s thinks vertex by vertex (add the closest vertex to the currently reachable set).</a:t>
            </a:r>
          </a:p>
          <a:p>
            <a:r>
              <a:rPr lang="en-US" dirty="0"/>
              <a:t>What if you think edge by edge instead?</a:t>
            </a:r>
          </a:p>
          <a:p>
            <a:r>
              <a:rPr lang="en-US" dirty="0"/>
              <a:t>Start from the lightest edge; add it if it connects new things to each other (don’t add it if it would create a cycle)</a:t>
            </a:r>
          </a:p>
          <a:p>
            <a:endParaRPr lang="en-US" dirty="0"/>
          </a:p>
          <a:p>
            <a:r>
              <a:rPr lang="en-US" dirty="0"/>
              <a:t>This is </a:t>
            </a:r>
            <a:r>
              <a:rPr lang="en-US" dirty="0" err="1"/>
              <a:t>Kruskal’s</a:t>
            </a:r>
            <a:r>
              <a:rPr lang="en-US" dirty="0"/>
              <a:t> Algorithm.</a:t>
            </a:r>
          </a:p>
        </p:txBody>
      </p:sp>
      <p:sp>
        <p:nvSpPr>
          <p:cNvPr id="4" name="Footer Placeholder 3"/>
          <p:cNvSpPr>
            <a:spLocks noGrp="1"/>
          </p:cNvSpPr>
          <p:nvPr>
            <p:ph type="ftr" sz="quarter" idx="11"/>
          </p:nvPr>
        </p:nvSpPr>
        <p:spPr/>
        <p:txBody>
          <a:bodyPr/>
          <a:lstStyle/>
          <a:p>
            <a:r>
              <a:rPr lang="en-US"/>
              <a:t>CSE 373 AU 18</a:t>
            </a:r>
          </a:p>
        </p:txBody>
      </p:sp>
      <p:sp>
        <p:nvSpPr>
          <p:cNvPr id="5" name="Slide Number Placeholder 4"/>
          <p:cNvSpPr>
            <a:spLocks noGrp="1"/>
          </p:cNvSpPr>
          <p:nvPr>
            <p:ph type="sldNum" sz="quarter" idx="12"/>
          </p:nvPr>
        </p:nvSpPr>
        <p:spPr/>
        <p:txBody>
          <a:bodyPr/>
          <a:lstStyle/>
          <a:p>
            <a:fld id="{659665DE-58FC-41F4-AC58-2C90A5E00527}" type="slidenum">
              <a:rPr lang="en-US" smtClean="0"/>
              <a:t>13</a:t>
            </a:fld>
            <a:endParaRPr lang="en-US"/>
          </a:p>
        </p:txBody>
      </p:sp>
    </p:spTree>
    <p:extLst>
      <p:ext uri="{BB962C8B-B14F-4D97-AF65-F5344CB8AC3E}">
        <p14:creationId xmlns:p14="http://schemas.microsoft.com/office/powerpoint/2010/main" val="2175094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Kruskal’s</a:t>
            </a:r>
            <a:r>
              <a:rPr lang="en-US" dirty="0"/>
              <a:t> Algorithm</a:t>
            </a:r>
          </a:p>
        </p:txBody>
      </p:sp>
      <p:sp>
        <p:nvSpPr>
          <p:cNvPr id="4" name="Footer Placeholder 3"/>
          <p:cNvSpPr>
            <a:spLocks noGrp="1"/>
          </p:cNvSpPr>
          <p:nvPr>
            <p:ph type="ftr" sz="quarter" idx="11"/>
          </p:nvPr>
        </p:nvSpPr>
        <p:spPr/>
        <p:txBody>
          <a:bodyPr/>
          <a:lstStyle/>
          <a:p>
            <a:r>
              <a:rPr lang="en-US"/>
              <a:t>CSE 373 AU 18</a:t>
            </a:r>
          </a:p>
        </p:txBody>
      </p:sp>
      <p:sp>
        <p:nvSpPr>
          <p:cNvPr id="5" name="Slide Number Placeholder 4"/>
          <p:cNvSpPr>
            <a:spLocks noGrp="1"/>
          </p:cNvSpPr>
          <p:nvPr>
            <p:ph type="sldNum" sz="quarter" idx="12"/>
          </p:nvPr>
        </p:nvSpPr>
        <p:spPr/>
        <p:txBody>
          <a:bodyPr/>
          <a:lstStyle/>
          <a:p>
            <a:fld id="{659665DE-58FC-41F4-AC58-2C90A5E00527}" type="slidenum">
              <a:rPr lang="en-US" smtClean="0"/>
              <a:t>14</a:t>
            </a:fld>
            <a:endParaRPr lang="en-US"/>
          </a:p>
        </p:txBody>
      </p:sp>
      <p:sp>
        <p:nvSpPr>
          <p:cNvPr id="7" name="TextBox 6"/>
          <p:cNvSpPr txBox="1"/>
          <p:nvPr/>
        </p:nvSpPr>
        <p:spPr>
          <a:xfrm>
            <a:off x="575239" y="1604461"/>
            <a:ext cx="7534656" cy="2790508"/>
          </a:xfrm>
          <a:prstGeom prst="rect">
            <a:avLst/>
          </a:prstGeom>
          <a:noFill/>
        </p:spPr>
        <p:txBody>
          <a:bodyPr wrap="square" rtlCol="0">
            <a:spAutoFit/>
          </a:bodyPr>
          <a:lstStyle/>
          <a:p>
            <a:pPr>
              <a:spcBef>
                <a:spcPts val="200"/>
              </a:spcBef>
            </a:pPr>
            <a:r>
              <a:rPr lang="en-US" dirty="0" err="1">
                <a:latin typeface="Courier New" panose="02070309020205020404" pitchFamily="49" charset="0"/>
                <a:cs typeface="Courier New" panose="02070309020205020404" pitchFamily="49" charset="0"/>
              </a:rPr>
              <a:t>KruskalMST</a:t>
            </a:r>
            <a:r>
              <a:rPr lang="en-US" dirty="0">
                <a:latin typeface="Courier New" panose="02070309020205020404" pitchFamily="49" charset="0"/>
                <a:cs typeface="Courier New" panose="02070309020205020404" pitchFamily="49" charset="0"/>
              </a:rPr>
              <a:t>(Graph G) </a:t>
            </a:r>
          </a:p>
          <a:p>
            <a:pPr>
              <a:spcBef>
                <a:spcPts val="200"/>
              </a:spcBef>
            </a:pPr>
            <a:r>
              <a:rPr lang="en-US" dirty="0">
                <a:latin typeface="Courier New" panose="02070309020205020404" pitchFamily="49" charset="0"/>
                <a:cs typeface="Courier New" panose="02070309020205020404" pitchFamily="49" charset="0"/>
              </a:rPr>
              <a:t>   initialize each vertex to be a connected component</a:t>
            </a:r>
            <a:endParaRPr lang="en-US" b="0" dirty="0">
              <a:latin typeface="Courier New" panose="02070309020205020404" pitchFamily="49" charset="0"/>
              <a:cs typeface="Courier New" panose="02070309020205020404" pitchFamily="49" charset="0"/>
            </a:endParaRPr>
          </a:p>
          <a:p>
            <a:pPr>
              <a:spcBef>
                <a:spcPts val="200"/>
              </a:spcBef>
            </a:pPr>
            <a:r>
              <a:rPr lang="en-US" dirty="0">
                <a:latin typeface="Courier New" panose="02070309020205020404" pitchFamily="49" charset="0"/>
                <a:cs typeface="Courier New" panose="02070309020205020404" pitchFamily="49" charset="0"/>
              </a:rPr>
              <a:t>	sort the edges by weight</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foreach</a:t>
            </a:r>
            <a:r>
              <a:rPr lang="en-US" dirty="0">
                <a:latin typeface="Courier New" panose="02070309020205020404" pitchFamily="49" charset="0"/>
                <a:cs typeface="Courier New" panose="02070309020205020404" pitchFamily="49" charset="0"/>
              </a:rPr>
              <a:t>(edge (u, v) in sorted order){</a:t>
            </a:r>
          </a:p>
          <a:p>
            <a:pPr>
              <a:spcBef>
                <a:spcPts val="200"/>
              </a:spcBef>
            </a:pPr>
            <a:r>
              <a:rPr lang="en-US" dirty="0">
                <a:latin typeface="Courier New" panose="02070309020205020404" pitchFamily="49" charset="0"/>
                <a:cs typeface="Courier New" panose="02070309020205020404" pitchFamily="49" charset="0"/>
              </a:rPr>
              <a:t>		if(u and v are in different components){</a:t>
            </a:r>
          </a:p>
          <a:p>
            <a:pPr>
              <a:spcBef>
                <a:spcPts val="200"/>
              </a:spcBef>
            </a:pPr>
            <a:r>
              <a:rPr lang="en-US" dirty="0">
                <a:latin typeface="Courier New" panose="02070309020205020404" pitchFamily="49" charset="0"/>
                <a:cs typeface="Courier New" panose="02070309020205020404" pitchFamily="49" charset="0"/>
              </a:rPr>
              <a:t>			add (</a:t>
            </a:r>
            <a:r>
              <a:rPr lang="en-US" dirty="0" err="1">
                <a:latin typeface="Courier New" panose="02070309020205020404" pitchFamily="49" charset="0"/>
                <a:cs typeface="Courier New" panose="02070309020205020404" pitchFamily="49" charset="0"/>
              </a:rPr>
              <a:t>u,v</a:t>
            </a:r>
            <a:r>
              <a:rPr lang="en-US" dirty="0">
                <a:latin typeface="Courier New" panose="02070309020205020404" pitchFamily="49" charset="0"/>
                <a:cs typeface="Courier New" panose="02070309020205020404" pitchFamily="49" charset="0"/>
              </a:rPr>
              <a:t>) to the MST</a:t>
            </a:r>
          </a:p>
          <a:p>
            <a:pPr>
              <a:spcBef>
                <a:spcPts val="200"/>
              </a:spcBef>
            </a:pPr>
            <a:r>
              <a:rPr lang="en-US" dirty="0">
                <a:latin typeface="Courier New" panose="02070309020205020404" pitchFamily="49" charset="0"/>
                <a:cs typeface="Courier New" panose="02070309020205020404" pitchFamily="49" charset="0"/>
              </a:rPr>
              <a:t>			Update u and v to be in the same component</a:t>
            </a:r>
          </a:p>
          <a:p>
            <a:pPr>
              <a:spcBef>
                <a:spcPts val="200"/>
              </a:spcBef>
            </a:pPr>
            <a:r>
              <a:rPr lang="en-US" dirty="0">
                <a:latin typeface="Courier New" panose="02070309020205020404" pitchFamily="49" charset="0"/>
                <a:cs typeface="Courier New" panose="02070309020205020404" pitchFamily="49" charset="0"/>
              </a:rPr>
              <a:t>		}</a:t>
            </a:r>
          </a:p>
          <a:p>
            <a:pPr>
              <a:spcBef>
                <a:spcPts val="200"/>
              </a:spcBef>
            </a:pPr>
            <a:r>
              <a:rPr lang="en-US" dirty="0">
                <a:latin typeface="Courier New" panose="02070309020205020404" pitchFamily="49" charset="0"/>
                <a:cs typeface="Courier New" panose="02070309020205020404" pitchFamily="49" charset="0"/>
              </a:rPr>
              <a:t>	}</a:t>
            </a:r>
            <a:endParaRPr lang="en-US" dirty="0"/>
          </a:p>
        </p:txBody>
      </p:sp>
    </p:spTree>
    <p:extLst>
      <p:ext uri="{BB962C8B-B14F-4D97-AF65-F5344CB8AC3E}">
        <p14:creationId xmlns:p14="http://schemas.microsoft.com/office/powerpoint/2010/main" val="4002161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Try It Out</a:t>
            </a:r>
          </a:p>
        </p:txBody>
      </p:sp>
      <p:sp>
        <p:nvSpPr>
          <p:cNvPr id="33" name="TextBox 32"/>
          <p:cNvSpPr txBox="1"/>
          <p:nvPr/>
        </p:nvSpPr>
        <p:spPr>
          <a:xfrm>
            <a:off x="179039" y="1528614"/>
            <a:ext cx="7534656" cy="2790508"/>
          </a:xfrm>
          <a:prstGeom prst="rect">
            <a:avLst/>
          </a:prstGeom>
          <a:noFill/>
        </p:spPr>
        <p:txBody>
          <a:bodyPr wrap="square" rtlCol="0">
            <a:spAutoFit/>
          </a:bodyPr>
          <a:lstStyle/>
          <a:p>
            <a:pPr>
              <a:spcBef>
                <a:spcPts val="200"/>
              </a:spcBef>
            </a:pPr>
            <a:r>
              <a:rPr lang="en-US" dirty="0" err="1">
                <a:latin typeface="Courier New" panose="02070309020205020404" pitchFamily="49" charset="0"/>
                <a:cs typeface="Courier New" panose="02070309020205020404" pitchFamily="49" charset="0"/>
              </a:rPr>
              <a:t>KruskalMST</a:t>
            </a:r>
            <a:r>
              <a:rPr lang="en-US" dirty="0">
                <a:latin typeface="Courier New" panose="02070309020205020404" pitchFamily="49" charset="0"/>
                <a:cs typeface="Courier New" panose="02070309020205020404" pitchFamily="49" charset="0"/>
              </a:rPr>
              <a:t>(Graph G) </a:t>
            </a:r>
          </a:p>
          <a:p>
            <a:pPr>
              <a:spcBef>
                <a:spcPts val="200"/>
              </a:spcBef>
            </a:pPr>
            <a:r>
              <a:rPr lang="en-US" dirty="0">
                <a:latin typeface="Courier New" panose="02070309020205020404" pitchFamily="49" charset="0"/>
                <a:cs typeface="Courier New" panose="02070309020205020404" pitchFamily="49" charset="0"/>
              </a:rPr>
              <a:t>   initialize each vertex to be a connected component</a:t>
            </a:r>
            <a:endParaRPr lang="en-US" b="0" dirty="0">
              <a:latin typeface="Courier New" panose="02070309020205020404" pitchFamily="49" charset="0"/>
              <a:cs typeface="Courier New" panose="02070309020205020404" pitchFamily="49" charset="0"/>
            </a:endParaRPr>
          </a:p>
          <a:p>
            <a:pPr>
              <a:spcBef>
                <a:spcPts val="200"/>
              </a:spcBef>
            </a:pPr>
            <a:r>
              <a:rPr lang="en-US" dirty="0">
                <a:latin typeface="Courier New" panose="02070309020205020404" pitchFamily="49" charset="0"/>
                <a:cs typeface="Courier New" panose="02070309020205020404" pitchFamily="49" charset="0"/>
              </a:rPr>
              <a:t>	sort the edges by weight</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foreach</a:t>
            </a:r>
            <a:r>
              <a:rPr lang="en-US" dirty="0">
                <a:latin typeface="Courier New" panose="02070309020205020404" pitchFamily="49" charset="0"/>
                <a:cs typeface="Courier New" panose="02070309020205020404" pitchFamily="49" charset="0"/>
              </a:rPr>
              <a:t>(edge (u, v) in sorted order){</a:t>
            </a:r>
          </a:p>
          <a:p>
            <a:pPr>
              <a:spcBef>
                <a:spcPts val="200"/>
              </a:spcBef>
            </a:pPr>
            <a:r>
              <a:rPr lang="en-US" dirty="0">
                <a:latin typeface="Courier New" panose="02070309020205020404" pitchFamily="49" charset="0"/>
                <a:cs typeface="Courier New" panose="02070309020205020404" pitchFamily="49" charset="0"/>
              </a:rPr>
              <a:t>		if(u and v are in different components){</a:t>
            </a:r>
          </a:p>
          <a:p>
            <a:pPr>
              <a:spcBef>
                <a:spcPts val="200"/>
              </a:spcBef>
            </a:pPr>
            <a:r>
              <a:rPr lang="en-US" dirty="0">
                <a:latin typeface="Courier New" panose="02070309020205020404" pitchFamily="49" charset="0"/>
                <a:cs typeface="Courier New" panose="02070309020205020404" pitchFamily="49" charset="0"/>
              </a:rPr>
              <a:t>			add (</a:t>
            </a:r>
            <a:r>
              <a:rPr lang="en-US" dirty="0" err="1">
                <a:latin typeface="Courier New" panose="02070309020205020404" pitchFamily="49" charset="0"/>
                <a:cs typeface="Courier New" panose="02070309020205020404" pitchFamily="49" charset="0"/>
              </a:rPr>
              <a:t>u,v</a:t>
            </a:r>
            <a:r>
              <a:rPr lang="en-US" dirty="0">
                <a:latin typeface="Courier New" panose="02070309020205020404" pitchFamily="49" charset="0"/>
                <a:cs typeface="Courier New" panose="02070309020205020404" pitchFamily="49" charset="0"/>
              </a:rPr>
              <a:t>) to the MST</a:t>
            </a:r>
          </a:p>
          <a:p>
            <a:pPr>
              <a:spcBef>
                <a:spcPts val="200"/>
              </a:spcBef>
            </a:pPr>
            <a:r>
              <a:rPr lang="en-US" dirty="0">
                <a:latin typeface="Courier New" panose="02070309020205020404" pitchFamily="49" charset="0"/>
                <a:cs typeface="Courier New" panose="02070309020205020404" pitchFamily="49" charset="0"/>
              </a:rPr>
              <a:t>			Update u and v to be in the same component</a:t>
            </a:r>
          </a:p>
          <a:p>
            <a:pPr>
              <a:spcBef>
                <a:spcPts val="200"/>
              </a:spcBef>
            </a:pPr>
            <a:r>
              <a:rPr lang="en-US" dirty="0">
                <a:latin typeface="Courier New" panose="02070309020205020404" pitchFamily="49" charset="0"/>
                <a:cs typeface="Courier New" panose="02070309020205020404" pitchFamily="49" charset="0"/>
              </a:rPr>
              <a:t>		}</a:t>
            </a:r>
          </a:p>
          <a:p>
            <a:pPr>
              <a:spcBef>
                <a:spcPts val="200"/>
              </a:spcBef>
            </a:pPr>
            <a:r>
              <a:rPr lang="en-US" dirty="0">
                <a:latin typeface="Courier New" panose="02070309020205020404" pitchFamily="49" charset="0"/>
                <a:cs typeface="Courier New" panose="02070309020205020404" pitchFamily="49" charset="0"/>
              </a:rPr>
              <a:t>	}</a:t>
            </a:r>
            <a:endParaRPr lang="en-US" dirty="0"/>
          </a:p>
        </p:txBody>
      </p:sp>
      <p:pic>
        <p:nvPicPr>
          <p:cNvPr id="3" name="Picture 2">
            <a:extLst>
              <a:ext uri="{FF2B5EF4-FFF2-40B4-BE49-F238E27FC236}">
                <a16:creationId xmlns:a16="http://schemas.microsoft.com/office/drawing/2014/main" id="{BCB2A129-3DEF-6891-6810-8E9E722C2795}"/>
              </a:ext>
            </a:extLst>
          </p:cNvPr>
          <p:cNvPicPr>
            <a:picLocks noChangeAspect="1"/>
          </p:cNvPicPr>
          <p:nvPr/>
        </p:nvPicPr>
        <p:blipFill>
          <a:blip r:embed="rId2"/>
          <a:stretch>
            <a:fillRect/>
          </a:stretch>
        </p:blipFill>
        <p:spPr>
          <a:xfrm>
            <a:off x="7134295" y="263276"/>
            <a:ext cx="4346085" cy="3617064"/>
          </a:xfrm>
          <a:prstGeom prst="rect">
            <a:avLst/>
          </a:prstGeom>
        </p:spPr>
      </p:pic>
      <p:sp>
        <p:nvSpPr>
          <p:cNvPr id="34" name="TextBox 33">
            <a:extLst>
              <a:ext uri="{FF2B5EF4-FFF2-40B4-BE49-F238E27FC236}">
                <a16:creationId xmlns:a16="http://schemas.microsoft.com/office/drawing/2014/main" id="{A169EA16-D25E-D272-52F6-C7A9E875AED5}"/>
              </a:ext>
            </a:extLst>
          </p:cNvPr>
          <p:cNvSpPr txBox="1"/>
          <p:nvPr/>
        </p:nvSpPr>
        <p:spPr>
          <a:xfrm>
            <a:off x="6852179" y="3999990"/>
            <a:ext cx="4910319" cy="2031325"/>
          </a:xfrm>
          <a:prstGeom prst="rect">
            <a:avLst/>
          </a:prstGeom>
          <a:noFill/>
        </p:spPr>
        <p:txBody>
          <a:bodyPr wrap="none" rtlCol="0">
            <a:spAutoFit/>
          </a:bodyPr>
          <a:lstStyle/>
          <a:p>
            <a:r>
              <a:rPr lang="pt-BR" sz="1400" dirty="0">
                <a:latin typeface="Courier New" panose="02070309020205020404" pitchFamily="49" charset="0"/>
                <a:cs typeface="Courier New" panose="02070309020205020404" pitchFamily="49" charset="0"/>
              </a:rPr>
              <a:t>G = {</a:t>
            </a:r>
          </a:p>
          <a:p>
            <a:r>
              <a:rPr lang="pt-BR" sz="1400" dirty="0">
                <a:latin typeface="Courier New" panose="02070309020205020404" pitchFamily="49" charset="0"/>
                <a:cs typeface="Courier New" panose="02070309020205020404" pitchFamily="49" charset="0"/>
              </a:rPr>
              <a:t>  "A": [("B",9), ("C",3), ("D",6), ("H",8)],</a:t>
            </a:r>
          </a:p>
          <a:p>
            <a:r>
              <a:rPr lang="pt-BR" sz="1400" dirty="0">
                <a:latin typeface="Courier New" panose="02070309020205020404" pitchFamily="49" charset="0"/>
                <a:cs typeface="Courier New" panose="02070309020205020404" pitchFamily="49" charset="0"/>
              </a:rPr>
              <a:t>  "B": [("A",9), ("D",19), ("E",7)],</a:t>
            </a:r>
          </a:p>
          <a:p>
            <a:r>
              <a:rPr lang="pt-BR" sz="1400" dirty="0">
                <a:latin typeface="Courier New" panose="02070309020205020404" pitchFamily="49" charset="0"/>
                <a:cs typeface="Courier New" panose="02070309020205020404" pitchFamily="49" charset="0"/>
              </a:rPr>
              <a:t>  "C": [("A",3), ("F",6)],</a:t>
            </a:r>
          </a:p>
          <a:p>
            <a:r>
              <a:rPr lang="pt-BR" sz="1400" dirty="0">
                <a:latin typeface="Courier New" panose="02070309020205020404" pitchFamily="49" charset="0"/>
                <a:cs typeface="Courier New" panose="02070309020205020404" pitchFamily="49" charset="0"/>
              </a:rPr>
              <a:t>  "D": [("A",6), ("B",19)],</a:t>
            </a:r>
          </a:p>
          <a:p>
            <a:r>
              <a:rPr lang="pt-BR" sz="1400" dirty="0">
                <a:latin typeface="Courier New" panose="02070309020205020404" pitchFamily="49" charset="0"/>
                <a:cs typeface="Courier New" panose="02070309020205020404" pitchFamily="49" charset="0"/>
              </a:rPr>
              <a:t>  "E": [("B",7), ("H",29)],</a:t>
            </a:r>
          </a:p>
          <a:p>
            <a:r>
              <a:rPr lang="pt-BR" sz="1400" dirty="0">
                <a:latin typeface="Courier New" panose="02070309020205020404" pitchFamily="49" charset="0"/>
                <a:cs typeface="Courier New" panose="02070309020205020404" pitchFamily="49" charset="0"/>
              </a:rPr>
              <a:t>  "F": [("C",6)],</a:t>
            </a:r>
          </a:p>
          <a:p>
            <a:r>
              <a:rPr lang="pt-BR" sz="1400" dirty="0">
                <a:latin typeface="Courier New" panose="02070309020205020404" pitchFamily="49" charset="0"/>
                <a:cs typeface="Courier New" panose="02070309020205020404" pitchFamily="49" charset="0"/>
              </a:rPr>
              <a:t>  "H": [("A",8), ("E",29)],</a:t>
            </a:r>
          </a:p>
          <a:p>
            <a:r>
              <a:rPr lang="pt-BR" sz="1400" dirty="0">
                <a:latin typeface="Courier New" panose="02070309020205020404" pitchFamily="49" charset="0"/>
                <a:cs typeface="Courier New" panose="02070309020205020404" pitchFamily="49" charset="0"/>
              </a:rPr>
              <a:t>}</a:t>
            </a:r>
            <a:endParaRPr lang="en-US" sz="1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119213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Kruskal’s</a:t>
            </a:r>
            <a:r>
              <a:rPr lang="en-US" dirty="0"/>
              <a:t> Algorithm: Running Time</a:t>
            </a:r>
          </a:p>
        </p:txBody>
      </p:sp>
      <p:sp>
        <p:nvSpPr>
          <p:cNvPr id="4" name="Footer Placeholder 3"/>
          <p:cNvSpPr>
            <a:spLocks noGrp="1"/>
          </p:cNvSpPr>
          <p:nvPr>
            <p:ph type="ftr" sz="quarter" idx="11"/>
          </p:nvPr>
        </p:nvSpPr>
        <p:spPr/>
        <p:txBody>
          <a:bodyPr/>
          <a:lstStyle/>
          <a:p>
            <a:r>
              <a:rPr lang="en-US"/>
              <a:t>CSE 373 AU 18</a:t>
            </a:r>
          </a:p>
        </p:txBody>
      </p:sp>
      <p:sp>
        <p:nvSpPr>
          <p:cNvPr id="5" name="Slide Number Placeholder 4"/>
          <p:cNvSpPr>
            <a:spLocks noGrp="1"/>
          </p:cNvSpPr>
          <p:nvPr>
            <p:ph type="sldNum" sz="quarter" idx="12"/>
          </p:nvPr>
        </p:nvSpPr>
        <p:spPr/>
        <p:txBody>
          <a:bodyPr/>
          <a:lstStyle/>
          <a:p>
            <a:fld id="{659665DE-58FC-41F4-AC58-2C90A5E00527}" type="slidenum">
              <a:rPr lang="en-US" smtClean="0"/>
              <a:t>16</a:t>
            </a:fld>
            <a:endParaRPr lang="en-US"/>
          </a:p>
        </p:txBody>
      </p:sp>
      <p:sp>
        <p:nvSpPr>
          <p:cNvPr id="7" name="TextBox 6"/>
          <p:cNvSpPr txBox="1"/>
          <p:nvPr/>
        </p:nvSpPr>
        <p:spPr>
          <a:xfrm>
            <a:off x="575239" y="1604461"/>
            <a:ext cx="7534656" cy="2790508"/>
          </a:xfrm>
          <a:prstGeom prst="rect">
            <a:avLst/>
          </a:prstGeom>
          <a:noFill/>
        </p:spPr>
        <p:txBody>
          <a:bodyPr wrap="square" rtlCol="0">
            <a:spAutoFit/>
          </a:bodyPr>
          <a:lstStyle/>
          <a:p>
            <a:pPr>
              <a:spcBef>
                <a:spcPts val="200"/>
              </a:spcBef>
            </a:pPr>
            <a:r>
              <a:rPr lang="en-US" dirty="0" err="1">
                <a:latin typeface="Courier New" panose="02070309020205020404" pitchFamily="49" charset="0"/>
                <a:cs typeface="Courier New" panose="02070309020205020404" pitchFamily="49" charset="0"/>
              </a:rPr>
              <a:t>KruskalMST</a:t>
            </a:r>
            <a:r>
              <a:rPr lang="en-US" dirty="0">
                <a:latin typeface="Courier New" panose="02070309020205020404" pitchFamily="49" charset="0"/>
                <a:cs typeface="Courier New" panose="02070309020205020404" pitchFamily="49" charset="0"/>
              </a:rPr>
              <a:t>(Graph G) </a:t>
            </a:r>
          </a:p>
          <a:p>
            <a:pPr>
              <a:spcBef>
                <a:spcPts val="200"/>
              </a:spcBef>
            </a:pPr>
            <a:r>
              <a:rPr lang="en-US" dirty="0">
                <a:latin typeface="Courier New" panose="02070309020205020404" pitchFamily="49" charset="0"/>
                <a:cs typeface="Courier New" panose="02070309020205020404" pitchFamily="49" charset="0"/>
              </a:rPr>
              <a:t>   initialize each vertex to be a connected component</a:t>
            </a:r>
            <a:endParaRPr lang="en-US" b="0" dirty="0">
              <a:latin typeface="Courier New" panose="02070309020205020404" pitchFamily="49" charset="0"/>
              <a:cs typeface="Courier New" panose="02070309020205020404" pitchFamily="49" charset="0"/>
            </a:endParaRPr>
          </a:p>
          <a:p>
            <a:pPr>
              <a:spcBef>
                <a:spcPts val="200"/>
              </a:spcBef>
            </a:pPr>
            <a:r>
              <a:rPr lang="en-US" dirty="0">
                <a:latin typeface="Courier New" panose="02070309020205020404" pitchFamily="49" charset="0"/>
                <a:cs typeface="Courier New" panose="02070309020205020404" pitchFamily="49" charset="0"/>
              </a:rPr>
              <a:t>	sort the edges by weight</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foreach</a:t>
            </a:r>
            <a:r>
              <a:rPr lang="en-US" dirty="0">
                <a:latin typeface="Courier New" panose="02070309020205020404" pitchFamily="49" charset="0"/>
                <a:cs typeface="Courier New" panose="02070309020205020404" pitchFamily="49" charset="0"/>
              </a:rPr>
              <a:t>(edge (u, v) in sorted order){</a:t>
            </a:r>
          </a:p>
          <a:p>
            <a:pPr>
              <a:spcBef>
                <a:spcPts val="200"/>
              </a:spcBef>
            </a:pPr>
            <a:r>
              <a:rPr lang="en-US" dirty="0">
                <a:latin typeface="Courier New" panose="02070309020205020404" pitchFamily="49" charset="0"/>
                <a:cs typeface="Courier New" panose="02070309020205020404" pitchFamily="49" charset="0"/>
              </a:rPr>
              <a:t>		if(u and v are in different components){</a:t>
            </a:r>
          </a:p>
          <a:p>
            <a:pPr>
              <a:spcBef>
                <a:spcPts val="200"/>
              </a:spcBef>
            </a:pPr>
            <a:r>
              <a:rPr lang="en-US" dirty="0">
                <a:latin typeface="Courier New" panose="02070309020205020404" pitchFamily="49" charset="0"/>
                <a:cs typeface="Courier New" panose="02070309020205020404" pitchFamily="49" charset="0"/>
              </a:rPr>
              <a:t>			add (</a:t>
            </a:r>
            <a:r>
              <a:rPr lang="en-US" dirty="0" err="1">
                <a:latin typeface="Courier New" panose="02070309020205020404" pitchFamily="49" charset="0"/>
                <a:cs typeface="Courier New" panose="02070309020205020404" pitchFamily="49" charset="0"/>
              </a:rPr>
              <a:t>u,v</a:t>
            </a:r>
            <a:r>
              <a:rPr lang="en-US" dirty="0">
                <a:latin typeface="Courier New" panose="02070309020205020404" pitchFamily="49" charset="0"/>
                <a:cs typeface="Courier New" panose="02070309020205020404" pitchFamily="49" charset="0"/>
              </a:rPr>
              <a:t>) to the MST</a:t>
            </a:r>
          </a:p>
          <a:p>
            <a:pPr>
              <a:spcBef>
                <a:spcPts val="200"/>
              </a:spcBef>
            </a:pPr>
            <a:r>
              <a:rPr lang="en-US" dirty="0">
                <a:latin typeface="Courier New" panose="02070309020205020404" pitchFamily="49" charset="0"/>
                <a:cs typeface="Courier New" panose="02070309020205020404" pitchFamily="49" charset="0"/>
              </a:rPr>
              <a:t>			Update u and v to be in the same component</a:t>
            </a:r>
          </a:p>
          <a:p>
            <a:pPr>
              <a:spcBef>
                <a:spcPts val="200"/>
              </a:spcBef>
            </a:pPr>
            <a:r>
              <a:rPr lang="en-US" dirty="0">
                <a:latin typeface="Courier New" panose="02070309020205020404" pitchFamily="49" charset="0"/>
                <a:cs typeface="Courier New" panose="02070309020205020404" pitchFamily="49" charset="0"/>
              </a:rPr>
              <a:t>		}</a:t>
            </a:r>
          </a:p>
          <a:p>
            <a:pPr>
              <a:spcBef>
                <a:spcPts val="200"/>
              </a:spcBef>
            </a:pPr>
            <a:r>
              <a:rPr lang="en-US" dirty="0">
                <a:latin typeface="Courier New" panose="02070309020205020404" pitchFamily="49" charset="0"/>
                <a:cs typeface="Courier New" panose="02070309020205020404" pitchFamily="49" charset="0"/>
              </a:rPr>
              <a:t>	}</a:t>
            </a:r>
            <a:endParaRPr lang="en-US" dirty="0"/>
          </a:p>
        </p:txBody>
      </p:sp>
      <p:pic>
        <p:nvPicPr>
          <p:cNvPr id="3" name="Picture 2">
            <a:extLst>
              <a:ext uri="{FF2B5EF4-FFF2-40B4-BE49-F238E27FC236}">
                <a16:creationId xmlns:a16="http://schemas.microsoft.com/office/drawing/2014/main" id="{58B0BF48-AEFB-139A-077D-A57BF4E9A9F1}"/>
              </a:ext>
            </a:extLst>
          </p:cNvPr>
          <p:cNvPicPr>
            <a:picLocks noChangeAspect="1"/>
          </p:cNvPicPr>
          <p:nvPr/>
        </p:nvPicPr>
        <p:blipFill>
          <a:blip r:embed="rId3"/>
          <a:stretch>
            <a:fillRect/>
          </a:stretch>
        </p:blipFill>
        <p:spPr>
          <a:xfrm>
            <a:off x="8109895" y="623887"/>
            <a:ext cx="3370485" cy="2805113"/>
          </a:xfrm>
          <a:prstGeom prst="rect">
            <a:avLst/>
          </a:prstGeom>
        </p:spPr>
      </p:pic>
    </p:spTree>
    <p:extLst>
      <p:ext uri="{BB962C8B-B14F-4D97-AF65-F5344CB8AC3E}">
        <p14:creationId xmlns:p14="http://schemas.microsoft.com/office/powerpoint/2010/main" val="726353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D97682C-B17C-59D3-12F7-BB2F1EF1CCBD}"/>
              </a:ext>
            </a:extLst>
          </p:cNvPr>
          <p:cNvSpPr>
            <a:spLocks noGrp="1"/>
          </p:cNvSpPr>
          <p:nvPr>
            <p:ph type="ftr" sz="quarter" idx="11"/>
          </p:nvPr>
        </p:nvSpPr>
        <p:spPr/>
        <p:txBody>
          <a:bodyPr/>
          <a:lstStyle/>
          <a:p>
            <a:r>
              <a:rPr lang="en-US"/>
              <a:t>CSE 373 AU 18</a:t>
            </a:r>
            <a:endParaRPr lang="en-US" dirty="0"/>
          </a:p>
        </p:txBody>
      </p:sp>
      <p:sp>
        <p:nvSpPr>
          <p:cNvPr id="5" name="Slide Number Placeholder 4">
            <a:extLst>
              <a:ext uri="{FF2B5EF4-FFF2-40B4-BE49-F238E27FC236}">
                <a16:creationId xmlns:a16="http://schemas.microsoft.com/office/drawing/2014/main" id="{7889CFDC-8BE4-342B-5EF4-824BC3B2C504}"/>
              </a:ext>
            </a:extLst>
          </p:cNvPr>
          <p:cNvSpPr>
            <a:spLocks noGrp="1"/>
          </p:cNvSpPr>
          <p:nvPr>
            <p:ph type="sldNum" sz="quarter" idx="12"/>
          </p:nvPr>
        </p:nvSpPr>
        <p:spPr/>
        <p:txBody>
          <a:bodyPr/>
          <a:lstStyle/>
          <a:p>
            <a:fld id="{659665DE-58FC-41F4-AC58-2C90A5E00527}" type="slidenum">
              <a:rPr lang="en-US" smtClean="0"/>
              <a:pPr/>
              <a:t>17</a:t>
            </a:fld>
            <a:endParaRPr lang="en-US"/>
          </a:p>
        </p:txBody>
      </p:sp>
      <p:graphicFrame>
        <p:nvGraphicFramePr>
          <p:cNvPr id="6" name="Table 5">
            <a:extLst>
              <a:ext uri="{FF2B5EF4-FFF2-40B4-BE49-F238E27FC236}">
                <a16:creationId xmlns:a16="http://schemas.microsoft.com/office/drawing/2014/main" id="{42C016F3-48A4-F9AE-C82D-13907AD3BF02}"/>
              </a:ext>
            </a:extLst>
          </p:cNvPr>
          <p:cNvGraphicFramePr>
            <a:graphicFrameLocks noGrp="1"/>
          </p:cNvGraphicFramePr>
          <p:nvPr>
            <p:extLst>
              <p:ext uri="{D42A27DB-BD31-4B8C-83A1-F6EECF244321}">
                <p14:modId xmlns:p14="http://schemas.microsoft.com/office/powerpoint/2010/main" val="2792057274"/>
              </p:ext>
            </p:extLst>
          </p:nvPr>
        </p:nvGraphicFramePr>
        <p:xfrm>
          <a:off x="498765" y="415637"/>
          <a:ext cx="11182906" cy="6163919"/>
        </p:xfrm>
        <a:graphic>
          <a:graphicData uri="http://schemas.openxmlformats.org/drawingml/2006/table">
            <a:tbl>
              <a:tblPr>
                <a:tableStyleId>{5C22544A-7EE6-4342-B048-85BDC9FD1C3A}</a:tableStyleId>
              </a:tblPr>
              <a:tblGrid>
                <a:gridCol w="1186909">
                  <a:extLst>
                    <a:ext uri="{9D8B030D-6E8A-4147-A177-3AD203B41FA5}">
                      <a16:colId xmlns:a16="http://schemas.microsoft.com/office/drawing/2014/main" val="2781529310"/>
                    </a:ext>
                  </a:extLst>
                </a:gridCol>
                <a:gridCol w="1186909">
                  <a:extLst>
                    <a:ext uri="{9D8B030D-6E8A-4147-A177-3AD203B41FA5}">
                      <a16:colId xmlns:a16="http://schemas.microsoft.com/office/drawing/2014/main" val="3200552263"/>
                    </a:ext>
                  </a:extLst>
                </a:gridCol>
                <a:gridCol w="1186909">
                  <a:extLst>
                    <a:ext uri="{9D8B030D-6E8A-4147-A177-3AD203B41FA5}">
                      <a16:colId xmlns:a16="http://schemas.microsoft.com/office/drawing/2014/main" val="1184918866"/>
                    </a:ext>
                  </a:extLst>
                </a:gridCol>
                <a:gridCol w="1186909">
                  <a:extLst>
                    <a:ext uri="{9D8B030D-6E8A-4147-A177-3AD203B41FA5}">
                      <a16:colId xmlns:a16="http://schemas.microsoft.com/office/drawing/2014/main" val="3887838609"/>
                    </a:ext>
                  </a:extLst>
                </a:gridCol>
                <a:gridCol w="1186909">
                  <a:extLst>
                    <a:ext uri="{9D8B030D-6E8A-4147-A177-3AD203B41FA5}">
                      <a16:colId xmlns:a16="http://schemas.microsoft.com/office/drawing/2014/main" val="3926142087"/>
                    </a:ext>
                  </a:extLst>
                </a:gridCol>
                <a:gridCol w="1984363">
                  <a:extLst>
                    <a:ext uri="{9D8B030D-6E8A-4147-A177-3AD203B41FA5}">
                      <a16:colId xmlns:a16="http://schemas.microsoft.com/office/drawing/2014/main" val="1352407327"/>
                    </a:ext>
                  </a:extLst>
                </a:gridCol>
                <a:gridCol w="2077089">
                  <a:extLst>
                    <a:ext uri="{9D8B030D-6E8A-4147-A177-3AD203B41FA5}">
                      <a16:colId xmlns:a16="http://schemas.microsoft.com/office/drawing/2014/main" val="2930934461"/>
                    </a:ext>
                  </a:extLst>
                </a:gridCol>
                <a:gridCol w="1186909">
                  <a:extLst>
                    <a:ext uri="{9D8B030D-6E8A-4147-A177-3AD203B41FA5}">
                      <a16:colId xmlns:a16="http://schemas.microsoft.com/office/drawing/2014/main" val="861834907"/>
                    </a:ext>
                  </a:extLst>
                </a:gridCol>
              </a:tblGrid>
              <a:tr h="498206">
                <a:tc>
                  <a:txBody>
                    <a:bodyPr/>
                    <a:lstStyle/>
                    <a:p>
                      <a:pPr algn="ctr" fontAlgn="b">
                        <a:buNone/>
                      </a:pPr>
                      <a:r>
                        <a:rPr lang="en-US" sz="2000" b="1" u="none" strike="noStrike" dirty="0">
                          <a:effectLst/>
                          <a:latin typeface="Times New Roman" panose="02020603050405020304" pitchFamily="18" charset="0"/>
                          <a:cs typeface="Times New Roman" panose="02020603050405020304" pitchFamily="18" charset="0"/>
                        </a:rPr>
                        <a:t>Step</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ctr"/>
                </a:tc>
                <a:tc>
                  <a:txBody>
                    <a:bodyPr/>
                    <a:lstStyle/>
                    <a:p>
                      <a:pPr algn="ctr" fontAlgn="b">
                        <a:buNone/>
                      </a:pPr>
                      <a:r>
                        <a:rPr lang="en-US" sz="2000" b="1" u="none" strike="noStrike">
                          <a:effectLst/>
                          <a:latin typeface="Times New Roman" panose="02020603050405020304" pitchFamily="18" charset="0"/>
                          <a:cs typeface="Times New Roman" panose="02020603050405020304" pitchFamily="18" charset="0"/>
                        </a:rPr>
                        <a:t>Edge</a:t>
                      </a:r>
                      <a:endParaRPr lang="en-US" sz="2000" b="1"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ctr"/>
                </a:tc>
                <a:tc>
                  <a:txBody>
                    <a:bodyPr/>
                    <a:lstStyle/>
                    <a:p>
                      <a:pPr algn="ctr" fontAlgn="b">
                        <a:buNone/>
                      </a:pPr>
                      <a:r>
                        <a:rPr lang="en-US" sz="2000" b="1" u="none" strike="noStrike">
                          <a:effectLst/>
                          <a:latin typeface="Times New Roman" panose="02020603050405020304" pitchFamily="18" charset="0"/>
                          <a:cs typeface="Times New Roman" panose="02020603050405020304" pitchFamily="18" charset="0"/>
                        </a:rPr>
                        <a:t>w</a:t>
                      </a:r>
                      <a:endParaRPr lang="en-US" sz="2000" b="1"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ctr"/>
                </a:tc>
                <a:tc>
                  <a:txBody>
                    <a:bodyPr/>
                    <a:lstStyle/>
                    <a:p>
                      <a:pPr algn="ctr" fontAlgn="b">
                        <a:buNone/>
                      </a:pPr>
                      <a:r>
                        <a:rPr lang="en-US" sz="2000" b="1" u="none" strike="noStrike">
                          <a:effectLst/>
                          <a:latin typeface="Times New Roman" panose="02020603050405020304" pitchFamily="18" charset="0"/>
                          <a:cs typeface="Times New Roman" panose="02020603050405020304" pitchFamily="18" charset="0"/>
                        </a:rPr>
                        <a:t>Check u and v</a:t>
                      </a:r>
                      <a:endParaRPr lang="en-US" sz="2000" b="1"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ctr"/>
                </a:tc>
                <a:tc>
                  <a:txBody>
                    <a:bodyPr/>
                    <a:lstStyle/>
                    <a:p>
                      <a:pPr algn="ctr" fontAlgn="b">
                        <a:buNone/>
                      </a:pPr>
                      <a:r>
                        <a:rPr lang="en-US" sz="2000" b="1" u="none" strike="noStrike">
                          <a:effectLst/>
                          <a:latin typeface="Times New Roman" panose="02020603050405020304" pitchFamily="18" charset="0"/>
                          <a:cs typeface="Times New Roman" panose="02020603050405020304" pitchFamily="18" charset="0"/>
                        </a:rPr>
                        <a:t>Decision</a:t>
                      </a:r>
                      <a:endParaRPr lang="en-US" sz="2000" b="1"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ctr"/>
                </a:tc>
                <a:tc>
                  <a:txBody>
                    <a:bodyPr/>
                    <a:lstStyle/>
                    <a:p>
                      <a:pPr algn="ctr" fontAlgn="b">
                        <a:buNone/>
                      </a:pPr>
                      <a:r>
                        <a:rPr lang="en-US" sz="2000" b="1" u="none" strike="noStrike">
                          <a:effectLst/>
                          <a:latin typeface="Times New Roman" panose="02020603050405020304" pitchFamily="18" charset="0"/>
                          <a:cs typeface="Times New Roman" panose="02020603050405020304" pitchFamily="18" charset="0"/>
                        </a:rPr>
                        <a:t>V</a:t>
                      </a:r>
                      <a:endParaRPr lang="en-US" sz="2000" b="1"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ctr"/>
                </a:tc>
                <a:tc>
                  <a:txBody>
                    <a:bodyPr/>
                    <a:lstStyle/>
                    <a:p>
                      <a:pPr algn="ctr" fontAlgn="b">
                        <a:buNone/>
                      </a:pPr>
                      <a:r>
                        <a:rPr lang="en-US" sz="2000" b="1" u="none" strike="noStrike">
                          <a:effectLst/>
                          <a:latin typeface="Times New Roman" panose="02020603050405020304" pitchFamily="18" charset="0"/>
                          <a:cs typeface="Times New Roman" panose="02020603050405020304" pitchFamily="18" charset="0"/>
                        </a:rPr>
                        <a:t>MST</a:t>
                      </a:r>
                      <a:endParaRPr lang="en-US" sz="2000" b="1"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ctr"/>
                </a:tc>
                <a:tc>
                  <a:txBody>
                    <a:bodyPr/>
                    <a:lstStyle/>
                    <a:p>
                      <a:pPr algn="ctr" fontAlgn="b">
                        <a:buNone/>
                      </a:pPr>
                      <a:r>
                        <a:rPr lang="en-US" sz="2000" b="1" u="none" strike="noStrike" dirty="0">
                          <a:effectLst/>
                          <a:latin typeface="Times New Roman" panose="02020603050405020304" pitchFamily="18" charset="0"/>
                          <a:cs typeface="Times New Roman" panose="02020603050405020304" pitchFamily="18" charset="0"/>
                        </a:rPr>
                        <a:t>Sum</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ctr"/>
                </a:tc>
                <a:extLst>
                  <a:ext uri="{0D108BD9-81ED-4DB2-BD59-A6C34878D82A}">
                    <a16:rowId xmlns:a16="http://schemas.microsoft.com/office/drawing/2014/main" val="203261572"/>
                  </a:ext>
                </a:extLst>
              </a:tr>
              <a:tr h="255790">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 1</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AC</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A!=C</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Add</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 - C</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AC</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extLst>
                  <a:ext uri="{0D108BD9-81ED-4DB2-BD59-A6C34878D82A}">
                    <a16:rowId xmlns:a16="http://schemas.microsoft.com/office/drawing/2014/main" val="4248707716"/>
                  </a:ext>
                </a:extLst>
              </a:tr>
              <a:tr h="498206">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 2</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AD</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A!=D</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Add</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 - C - D</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AC - AD</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extLst>
                  <a:ext uri="{0D108BD9-81ED-4DB2-BD59-A6C34878D82A}">
                    <a16:rowId xmlns:a16="http://schemas.microsoft.com/office/drawing/2014/main" val="1879230947"/>
                  </a:ext>
                </a:extLst>
              </a:tr>
              <a:tr h="747310">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 3</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CF</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C!=F</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Add</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 - C - D - F </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AC - AD - CF</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15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extLst>
                  <a:ext uri="{0D108BD9-81ED-4DB2-BD59-A6C34878D82A}">
                    <a16:rowId xmlns:a16="http://schemas.microsoft.com/office/drawing/2014/main" val="3996038428"/>
                  </a:ext>
                </a:extLst>
              </a:tr>
              <a:tr h="747310">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 4</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BE</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B!=E</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Add</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 - C - D - F - E</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AC - AD - CF - BE</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22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extLst>
                  <a:ext uri="{0D108BD9-81ED-4DB2-BD59-A6C34878D82A}">
                    <a16:rowId xmlns:a16="http://schemas.microsoft.com/office/drawing/2014/main" val="3585436400"/>
                  </a:ext>
                </a:extLst>
              </a:tr>
              <a:tr h="996413">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 5</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AH</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A!=H</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Add</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pt-BR" sz="2000" u="none" strike="noStrike" dirty="0">
                          <a:effectLst/>
                          <a:latin typeface="Times New Roman" panose="02020603050405020304" pitchFamily="18" charset="0"/>
                          <a:cs typeface="Times New Roman" panose="02020603050405020304" pitchFamily="18" charset="0"/>
                        </a:rPr>
                        <a:t>A - C - D -F - E -H</a:t>
                      </a:r>
                      <a:endParaRPr lang="pt-BR"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AC - AD - CF - BE - AH</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30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extLst>
                  <a:ext uri="{0D108BD9-81ED-4DB2-BD59-A6C34878D82A}">
                    <a16:rowId xmlns:a16="http://schemas.microsoft.com/office/drawing/2014/main" val="4183010926"/>
                  </a:ext>
                </a:extLst>
              </a:tr>
              <a:tr h="1245516">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 6</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AB</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A!=B</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Add</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pt-BR" sz="2000" u="none" strike="noStrike">
                          <a:effectLst/>
                          <a:latin typeface="Times New Roman" panose="02020603050405020304" pitchFamily="18" charset="0"/>
                          <a:cs typeface="Times New Roman" panose="02020603050405020304" pitchFamily="18" charset="0"/>
                        </a:rPr>
                        <a:t>A - C - D -F - E - H - B</a:t>
                      </a:r>
                      <a:endParaRPr lang="pt-BR"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AC - AD - CF - BE - AH - AB</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39</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extLst>
                  <a:ext uri="{0D108BD9-81ED-4DB2-BD59-A6C34878D82A}">
                    <a16:rowId xmlns:a16="http://schemas.microsoft.com/office/drawing/2014/main" val="2406775543"/>
                  </a:ext>
                </a:extLst>
              </a:tr>
              <a:tr h="498206">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 7</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BD</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19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A=B</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Skip</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Nothing</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Nothing</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Keep 39</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extLst>
                  <a:ext uri="{0D108BD9-81ED-4DB2-BD59-A6C34878D82A}">
                    <a16:rowId xmlns:a16="http://schemas.microsoft.com/office/drawing/2014/main" val="3750509955"/>
                  </a:ext>
                </a:extLst>
              </a:tr>
              <a:tr h="498206">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 8</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EH</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29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E=H</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Skip</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Nothing</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a:effectLst/>
                          <a:latin typeface="Times New Roman" panose="02020603050405020304" pitchFamily="18" charset="0"/>
                          <a:cs typeface="Times New Roman" panose="02020603050405020304" pitchFamily="18" charset="0"/>
                        </a:rPr>
                        <a:t>Nothing</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tc>
                  <a:txBody>
                    <a:bodyPr/>
                    <a:lstStyle/>
                    <a:p>
                      <a:pPr algn="r" fontAlgn="b">
                        <a:buNone/>
                      </a:pPr>
                      <a:r>
                        <a:rPr lang="en-US" sz="2000" u="none" strike="noStrike" dirty="0">
                          <a:effectLst/>
                          <a:latin typeface="Times New Roman" panose="02020603050405020304" pitchFamily="18" charset="0"/>
                          <a:cs typeface="Times New Roman" panose="02020603050405020304" pitchFamily="18" charset="0"/>
                        </a:rPr>
                        <a:t>Keep 39</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76" marR="9176" marT="9176" marB="0" anchor="b"/>
                </a:tc>
                <a:extLst>
                  <a:ext uri="{0D108BD9-81ED-4DB2-BD59-A6C34878D82A}">
                    <a16:rowId xmlns:a16="http://schemas.microsoft.com/office/drawing/2014/main" val="2088515721"/>
                  </a:ext>
                </a:extLst>
              </a:tr>
            </a:tbl>
          </a:graphicData>
        </a:graphic>
      </p:graphicFrame>
    </p:spTree>
    <p:extLst>
      <p:ext uri="{BB962C8B-B14F-4D97-AF65-F5344CB8AC3E}">
        <p14:creationId xmlns:p14="http://schemas.microsoft.com/office/powerpoint/2010/main" val="35783175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Kruskal’s</a:t>
            </a:r>
            <a:r>
              <a:rPr lang="en-US" dirty="0"/>
              <a:t> Algorithm: Running Time</a:t>
            </a:r>
          </a:p>
        </p:txBody>
      </p:sp>
      <p:sp>
        <p:nvSpPr>
          <p:cNvPr id="3" name="Content Placeholder 2"/>
          <p:cNvSpPr>
            <a:spLocks noGrp="1"/>
          </p:cNvSpPr>
          <p:nvPr>
            <p:ph idx="1"/>
          </p:nvPr>
        </p:nvSpPr>
        <p:spPr/>
        <p:txBody>
          <a:bodyPr/>
          <a:lstStyle/>
          <a:p>
            <a:r>
              <a:rPr lang="en-US" dirty="0"/>
              <a:t>Running a new [B/D]FS in the partial MST, at every step seems inefficient.</a:t>
            </a:r>
          </a:p>
          <a:p>
            <a:r>
              <a:rPr lang="en-US" dirty="0"/>
              <a:t>Do we have an ADT that will work here?</a:t>
            </a:r>
          </a:p>
          <a:p>
            <a:r>
              <a:rPr lang="en-US" dirty="0"/>
              <a:t>Not yet…</a:t>
            </a:r>
          </a:p>
          <a:p>
            <a:r>
              <a:rPr lang="en-US" dirty="0"/>
              <a:t>We will cover “Union-Find” next week. </a:t>
            </a:r>
          </a:p>
        </p:txBody>
      </p:sp>
      <p:sp>
        <p:nvSpPr>
          <p:cNvPr id="4" name="Footer Placeholder 3"/>
          <p:cNvSpPr>
            <a:spLocks noGrp="1"/>
          </p:cNvSpPr>
          <p:nvPr>
            <p:ph type="ftr" sz="quarter" idx="11"/>
          </p:nvPr>
        </p:nvSpPr>
        <p:spPr/>
        <p:txBody>
          <a:bodyPr/>
          <a:lstStyle/>
          <a:p>
            <a:r>
              <a:rPr lang="en-US"/>
              <a:t>CSE 373 AU 18</a:t>
            </a:r>
          </a:p>
        </p:txBody>
      </p:sp>
      <p:sp>
        <p:nvSpPr>
          <p:cNvPr id="5" name="Slide Number Placeholder 4"/>
          <p:cNvSpPr>
            <a:spLocks noGrp="1"/>
          </p:cNvSpPr>
          <p:nvPr>
            <p:ph type="sldNum" sz="quarter" idx="12"/>
          </p:nvPr>
        </p:nvSpPr>
        <p:spPr/>
        <p:txBody>
          <a:bodyPr/>
          <a:lstStyle/>
          <a:p>
            <a:fld id="{659665DE-58FC-41F4-AC58-2C90A5E00527}" type="slidenum">
              <a:rPr lang="en-US" smtClean="0"/>
              <a:t>18</a:t>
            </a:fld>
            <a:endParaRPr lang="en-US"/>
          </a:p>
        </p:txBody>
      </p:sp>
    </p:spTree>
    <p:extLst>
      <p:ext uri="{BB962C8B-B14F-4D97-AF65-F5344CB8AC3E}">
        <p14:creationId xmlns:p14="http://schemas.microsoft.com/office/powerpoint/2010/main" val="1685753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Try it Out</a:t>
            </a:r>
          </a:p>
        </p:txBody>
      </p:sp>
      <p:sp>
        <p:nvSpPr>
          <p:cNvPr id="4" name="Footer Placeholder 3"/>
          <p:cNvSpPr>
            <a:spLocks noGrp="1"/>
          </p:cNvSpPr>
          <p:nvPr>
            <p:ph type="ftr" sz="quarter" idx="11"/>
          </p:nvPr>
        </p:nvSpPr>
        <p:spPr/>
        <p:txBody>
          <a:bodyPr/>
          <a:lstStyle/>
          <a:p>
            <a:r>
              <a:rPr lang="en-US"/>
              <a:t>CSE 373 AU 18</a:t>
            </a:r>
          </a:p>
        </p:txBody>
      </p:sp>
      <p:sp>
        <p:nvSpPr>
          <p:cNvPr id="5" name="Slide Number Placeholder 4"/>
          <p:cNvSpPr>
            <a:spLocks noGrp="1"/>
          </p:cNvSpPr>
          <p:nvPr>
            <p:ph type="sldNum" sz="quarter" idx="12"/>
          </p:nvPr>
        </p:nvSpPr>
        <p:spPr/>
        <p:txBody>
          <a:bodyPr/>
          <a:lstStyle/>
          <a:p>
            <a:fld id="{659665DE-58FC-41F4-AC58-2C90A5E00527}" type="slidenum">
              <a:rPr lang="en-US" smtClean="0"/>
              <a:t>19</a:t>
            </a:fld>
            <a:endParaRPr lang="en-US"/>
          </a:p>
        </p:txBody>
      </p:sp>
      <p:sp>
        <p:nvSpPr>
          <p:cNvPr id="7" name="Oval 6"/>
          <p:cNvSpPr/>
          <p:nvPr/>
        </p:nvSpPr>
        <p:spPr>
          <a:xfrm>
            <a:off x="7204647" y="4332994"/>
            <a:ext cx="285750" cy="279649"/>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8" name="Oval 7"/>
          <p:cNvSpPr/>
          <p:nvPr/>
        </p:nvSpPr>
        <p:spPr>
          <a:xfrm>
            <a:off x="9115073" y="3277636"/>
            <a:ext cx="285750" cy="279649"/>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9" name="Oval 8"/>
          <p:cNvSpPr/>
          <p:nvPr/>
        </p:nvSpPr>
        <p:spPr>
          <a:xfrm>
            <a:off x="8507650" y="5237580"/>
            <a:ext cx="285750" cy="279649"/>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p>
        </p:txBody>
      </p:sp>
      <p:sp>
        <p:nvSpPr>
          <p:cNvPr id="10" name="Oval 9"/>
          <p:cNvSpPr/>
          <p:nvPr/>
        </p:nvSpPr>
        <p:spPr>
          <a:xfrm>
            <a:off x="10547393" y="5032505"/>
            <a:ext cx="388722" cy="380422"/>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t>
            </a:r>
          </a:p>
        </p:txBody>
      </p:sp>
      <p:sp>
        <p:nvSpPr>
          <p:cNvPr id="11" name="Oval 10"/>
          <p:cNvSpPr/>
          <p:nvPr/>
        </p:nvSpPr>
        <p:spPr>
          <a:xfrm>
            <a:off x="10834878" y="3526980"/>
            <a:ext cx="285750" cy="279649"/>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p>
        </p:txBody>
      </p:sp>
      <p:sp>
        <p:nvSpPr>
          <p:cNvPr id="12" name="Oval 11"/>
          <p:cNvSpPr/>
          <p:nvPr/>
        </p:nvSpPr>
        <p:spPr>
          <a:xfrm>
            <a:off x="8617139" y="4152655"/>
            <a:ext cx="285750" cy="279649"/>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cxnSp>
        <p:nvCxnSpPr>
          <p:cNvPr id="13" name="Straight Connector 12"/>
          <p:cNvCxnSpPr>
            <a:cxnSpLocks/>
          </p:cNvCxnSpPr>
          <p:nvPr/>
        </p:nvCxnSpPr>
        <p:spPr>
          <a:xfrm flipH="1">
            <a:off x="7448550" y="3464595"/>
            <a:ext cx="1666523" cy="9564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5"/>
            <a:endCxn id="9" idx="2"/>
          </p:cNvCxnSpPr>
          <p:nvPr/>
        </p:nvCxnSpPr>
        <p:spPr>
          <a:xfrm>
            <a:off x="7448550" y="4571689"/>
            <a:ext cx="1059100" cy="8057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cxnSpLocks/>
            <a:stCxn id="9" idx="0"/>
            <a:endCxn id="12" idx="4"/>
          </p:cNvCxnSpPr>
          <p:nvPr/>
        </p:nvCxnSpPr>
        <p:spPr>
          <a:xfrm flipV="1">
            <a:off x="8650525" y="4432304"/>
            <a:ext cx="109489" cy="8052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2" idx="2"/>
            <a:endCxn id="7" idx="6"/>
          </p:cNvCxnSpPr>
          <p:nvPr/>
        </p:nvCxnSpPr>
        <p:spPr>
          <a:xfrm flipH="1">
            <a:off x="7490397" y="4292480"/>
            <a:ext cx="1126742" cy="1803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2" idx="7"/>
            <a:endCxn id="11" idx="2"/>
          </p:cNvCxnSpPr>
          <p:nvPr/>
        </p:nvCxnSpPr>
        <p:spPr>
          <a:xfrm flipV="1">
            <a:off x="8861042" y="3666805"/>
            <a:ext cx="1973836" cy="5268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1" idx="4"/>
            <a:endCxn id="10" idx="0"/>
          </p:cNvCxnSpPr>
          <p:nvPr/>
        </p:nvCxnSpPr>
        <p:spPr>
          <a:xfrm flipH="1">
            <a:off x="10741754" y="3806629"/>
            <a:ext cx="235999" cy="12258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0" idx="3"/>
            <a:endCxn id="9" idx="6"/>
          </p:cNvCxnSpPr>
          <p:nvPr/>
        </p:nvCxnSpPr>
        <p:spPr>
          <a:xfrm flipH="1">
            <a:off x="8793400" y="5357215"/>
            <a:ext cx="1810920" cy="2019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cxnSpLocks/>
            <a:stCxn id="11" idx="2"/>
            <a:endCxn id="8" idx="6"/>
          </p:cNvCxnSpPr>
          <p:nvPr/>
        </p:nvCxnSpPr>
        <p:spPr>
          <a:xfrm flipH="1" flipV="1">
            <a:off x="9400823" y="3417461"/>
            <a:ext cx="1434055" cy="2493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1" idx="3"/>
            <a:endCxn id="9" idx="7"/>
          </p:cNvCxnSpPr>
          <p:nvPr/>
        </p:nvCxnSpPr>
        <p:spPr>
          <a:xfrm flipH="1">
            <a:off x="8751553" y="3765675"/>
            <a:ext cx="2125172" cy="151285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cxnSpLocks/>
            <a:stCxn id="8" idx="4"/>
            <a:endCxn id="10" idx="2"/>
          </p:cNvCxnSpPr>
          <p:nvPr/>
        </p:nvCxnSpPr>
        <p:spPr>
          <a:xfrm>
            <a:off x="9257948" y="3557285"/>
            <a:ext cx="1289445" cy="16654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8499288" y="2657660"/>
            <a:ext cx="534408" cy="369332"/>
          </a:xfrm>
          <a:prstGeom prst="rect">
            <a:avLst/>
          </a:prstGeom>
          <a:noFill/>
        </p:spPr>
        <p:txBody>
          <a:bodyPr wrap="square" rtlCol="0">
            <a:spAutoFit/>
          </a:bodyPr>
          <a:lstStyle/>
          <a:p>
            <a:r>
              <a:rPr lang="en-US" dirty="0"/>
              <a:t>50</a:t>
            </a:r>
          </a:p>
        </p:txBody>
      </p:sp>
      <p:sp>
        <p:nvSpPr>
          <p:cNvPr id="24" name="TextBox 23"/>
          <p:cNvSpPr txBox="1"/>
          <p:nvPr/>
        </p:nvSpPr>
        <p:spPr>
          <a:xfrm>
            <a:off x="9482200" y="3040230"/>
            <a:ext cx="317944" cy="369667"/>
          </a:xfrm>
          <a:prstGeom prst="rect">
            <a:avLst/>
          </a:prstGeom>
          <a:noFill/>
        </p:spPr>
        <p:txBody>
          <a:bodyPr wrap="square" rtlCol="0">
            <a:spAutoFit/>
          </a:bodyPr>
          <a:lstStyle/>
          <a:p>
            <a:r>
              <a:rPr lang="en-US" dirty="0"/>
              <a:t>6</a:t>
            </a:r>
          </a:p>
        </p:txBody>
      </p:sp>
      <p:sp>
        <p:nvSpPr>
          <p:cNvPr id="25" name="TextBox 24"/>
          <p:cNvSpPr txBox="1"/>
          <p:nvPr/>
        </p:nvSpPr>
        <p:spPr>
          <a:xfrm>
            <a:off x="9342879" y="3515282"/>
            <a:ext cx="317944" cy="369667"/>
          </a:xfrm>
          <a:prstGeom prst="rect">
            <a:avLst/>
          </a:prstGeom>
          <a:noFill/>
        </p:spPr>
        <p:txBody>
          <a:bodyPr wrap="square" rtlCol="0">
            <a:spAutoFit/>
          </a:bodyPr>
          <a:lstStyle/>
          <a:p>
            <a:r>
              <a:rPr lang="en-US" dirty="0"/>
              <a:t>3</a:t>
            </a:r>
          </a:p>
        </p:txBody>
      </p:sp>
      <p:sp>
        <p:nvSpPr>
          <p:cNvPr id="26" name="TextBox 25"/>
          <p:cNvSpPr txBox="1"/>
          <p:nvPr/>
        </p:nvSpPr>
        <p:spPr>
          <a:xfrm>
            <a:off x="7997348" y="4080593"/>
            <a:ext cx="317944" cy="369667"/>
          </a:xfrm>
          <a:prstGeom prst="rect">
            <a:avLst/>
          </a:prstGeom>
          <a:noFill/>
        </p:spPr>
        <p:txBody>
          <a:bodyPr wrap="square" rtlCol="0">
            <a:spAutoFit/>
          </a:bodyPr>
          <a:lstStyle/>
          <a:p>
            <a:r>
              <a:rPr lang="en-US" dirty="0"/>
              <a:t>4</a:t>
            </a:r>
          </a:p>
        </p:txBody>
      </p:sp>
      <p:sp>
        <p:nvSpPr>
          <p:cNvPr id="27" name="TextBox 26"/>
          <p:cNvSpPr txBox="1"/>
          <p:nvPr/>
        </p:nvSpPr>
        <p:spPr>
          <a:xfrm>
            <a:off x="7750239" y="4974547"/>
            <a:ext cx="317944" cy="369667"/>
          </a:xfrm>
          <a:prstGeom prst="rect">
            <a:avLst/>
          </a:prstGeom>
          <a:noFill/>
        </p:spPr>
        <p:txBody>
          <a:bodyPr wrap="square" rtlCol="0">
            <a:spAutoFit/>
          </a:bodyPr>
          <a:lstStyle/>
          <a:p>
            <a:r>
              <a:rPr lang="en-US" dirty="0"/>
              <a:t>7</a:t>
            </a:r>
          </a:p>
        </p:txBody>
      </p:sp>
      <p:sp>
        <p:nvSpPr>
          <p:cNvPr id="28" name="TextBox 27"/>
          <p:cNvSpPr txBox="1"/>
          <p:nvPr/>
        </p:nvSpPr>
        <p:spPr>
          <a:xfrm>
            <a:off x="8436809" y="4576094"/>
            <a:ext cx="317944" cy="369667"/>
          </a:xfrm>
          <a:prstGeom prst="rect">
            <a:avLst/>
          </a:prstGeom>
          <a:noFill/>
        </p:spPr>
        <p:txBody>
          <a:bodyPr wrap="square" rtlCol="0">
            <a:spAutoFit/>
          </a:bodyPr>
          <a:lstStyle/>
          <a:p>
            <a:r>
              <a:rPr lang="en-US" dirty="0"/>
              <a:t>2</a:t>
            </a:r>
          </a:p>
        </p:txBody>
      </p:sp>
      <p:sp>
        <p:nvSpPr>
          <p:cNvPr id="29" name="TextBox 28"/>
          <p:cNvSpPr txBox="1"/>
          <p:nvPr/>
        </p:nvSpPr>
        <p:spPr>
          <a:xfrm>
            <a:off x="9482200" y="5419408"/>
            <a:ext cx="317944" cy="369667"/>
          </a:xfrm>
          <a:prstGeom prst="rect">
            <a:avLst/>
          </a:prstGeom>
          <a:noFill/>
        </p:spPr>
        <p:txBody>
          <a:bodyPr wrap="square" rtlCol="0">
            <a:spAutoFit/>
          </a:bodyPr>
          <a:lstStyle/>
          <a:p>
            <a:r>
              <a:rPr lang="en-US" dirty="0"/>
              <a:t>8</a:t>
            </a:r>
          </a:p>
        </p:txBody>
      </p:sp>
      <p:sp>
        <p:nvSpPr>
          <p:cNvPr id="30" name="TextBox 29"/>
          <p:cNvSpPr txBox="1"/>
          <p:nvPr/>
        </p:nvSpPr>
        <p:spPr>
          <a:xfrm>
            <a:off x="11016410" y="4391350"/>
            <a:ext cx="317944" cy="369667"/>
          </a:xfrm>
          <a:prstGeom prst="rect">
            <a:avLst/>
          </a:prstGeom>
          <a:noFill/>
        </p:spPr>
        <p:txBody>
          <a:bodyPr wrap="square" rtlCol="0">
            <a:spAutoFit/>
          </a:bodyPr>
          <a:lstStyle/>
          <a:p>
            <a:r>
              <a:rPr lang="en-US" dirty="0"/>
              <a:t>9</a:t>
            </a:r>
          </a:p>
        </p:txBody>
      </p:sp>
      <p:sp>
        <p:nvSpPr>
          <p:cNvPr id="31" name="TextBox 30"/>
          <p:cNvSpPr txBox="1"/>
          <p:nvPr/>
        </p:nvSpPr>
        <p:spPr>
          <a:xfrm>
            <a:off x="8968623" y="4103979"/>
            <a:ext cx="405270" cy="369332"/>
          </a:xfrm>
          <a:prstGeom prst="rect">
            <a:avLst/>
          </a:prstGeom>
          <a:noFill/>
        </p:spPr>
        <p:txBody>
          <a:bodyPr wrap="square" rtlCol="0">
            <a:spAutoFit/>
          </a:bodyPr>
          <a:lstStyle/>
          <a:p>
            <a:r>
              <a:rPr lang="en-US" dirty="0"/>
              <a:t>5</a:t>
            </a:r>
          </a:p>
        </p:txBody>
      </p:sp>
      <p:sp>
        <p:nvSpPr>
          <p:cNvPr id="32" name="TextBox 31"/>
          <p:cNvSpPr txBox="1"/>
          <p:nvPr/>
        </p:nvSpPr>
        <p:spPr>
          <a:xfrm>
            <a:off x="8817232" y="4779793"/>
            <a:ext cx="317944" cy="369667"/>
          </a:xfrm>
          <a:prstGeom prst="rect">
            <a:avLst/>
          </a:prstGeom>
          <a:noFill/>
        </p:spPr>
        <p:txBody>
          <a:bodyPr wrap="square" rtlCol="0">
            <a:spAutoFit/>
          </a:bodyPr>
          <a:lstStyle/>
          <a:p>
            <a:r>
              <a:rPr lang="en-US" dirty="0"/>
              <a:t>7</a:t>
            </a:r>
          </a:p>
        </p:txBody>
      </p:sp>
      <p:sp>
        <p:nvSpPr>
          <p:cNvPr id="47" name="Oval 46">
            <a:extLst>
              <a:ext uri="{FF2B5EF4-FFF2-40B4-BE49-F238E27FC236}">
                <a16:creationId xmlns:a16="http://schemas.microsoft.com/office/drawing/2014/main" id="{634C006E-6A19-4FDB-A0C9-EE9701E3B614}"/>
              </a:ext>
            </a:extLst>
          </p:cNvPr>
          <p:cNvSpPr/>
          <p:nvPr/>
        </p:nvSpPr>
        <p:spPr>
          <a:xfrm>
            <a:off x="7900311" y="2619274"/>
            <a:ext cx="285750" cy="279649"/>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a:t>
            </a:r>
          </a:p>
        </p:txBody>
      </p:sp>
      <p:cxnSp>
        <p:nvCxnSpPr>
          <p:cNvPr id="48" name="Straight Connector 47">
            <a:extLst>
              <a:ext uri="{FF2B5EF4-FFF2-40B4-BE49-F238E27FC236}">
                <a16:creationId xmlns:a16="http://schemas.microsoft.com/office/drawing/2014/main" id="{C6ED3B5E-B60D-451E-BC34-825E05362B47}"/>
              </a:ext>
            </a:extLst>
          </p:cNvPr>
          <p:cNvCxnSpPr>
            <a:cxnSpLocks/>
            <a:stCxn id="8" idx="1"/>
            <a:endCxn id="47" idx="5"/>
          </p:cNvCxnSpPr>
          <p:nvPr/>
        </p:nvCxnSpPr>
        <p:spPr>
          <a:xfrm flipH="1" flipV="1">
            <a:off x="8144214" y="2857969"/>
            <a:ext cx="1012706" cy="4606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370AEB10-4B01-4F7B-9EDC-B43EE5374B22}"/>
              </a:ext>
            </a:extLst>
          </p:cNvPr>
          <p:cNvSpPr txBox="1"/>
          <p:nvPr/>
        </p:nvSpPr>
        <p:spPr>
          <a:xfrm>
            <a:off x="218789" y="1466947"/>
            <a:ext cx="7534656" cy="2790508"/>
          </a:xfrm>
          <a:prstGeom prst="rect">
            <a:avLst/>
          </a:prstGeom>
          <a:noFill/>
        </p:spPr>
        <p:txBody>
          <a:bodyPr wrap="square" rtlCol="0">
            <a:spAutoFit/>
          </a:bodyPr>
          <a:lstStyle/>
          <a:p>
            <a:pPr>
              <a:spcBef>
                <a:spcPts val="200"/>
              </a:spcBef>
            </a:pPr>
            <a:r>
              <a:rPr lang="en-US" dirty="0" err="1">
                <a:latin typeface="Courier New" panose="02070309020205020404" pitchFamily="49" charset="0"/>
                <a:cs typeface="Courier New" panose="02070309020205020404" pitchFamily="49" charset="0"/>
              </a:rPr>
              <a:t>KruskalMST</a:t>
            </a:r>
            <a:r>
              <a:rPr lang="en-US" dirty="0">
                <a:latin typeface="Courier New" panose="02070309020205020404" pitchFamily="49" charset="0"/>
                <a:cs typeface="Courier New" panose="02070309020205020404" pitchFamily="49" charset="0"/>
              </a:rPr>
              <a:t>(Graph G) </a:t>
            </a:r>
          </a:p>
          <a:p>
            <a:pPr>
              <a:spcBef>
                <a:spcPts val="200"/>
              </a:spcBef>
            </a:pPr>
            <a:r>
              <a:rPr lang="en-US" dirty="0">
                <a:latin typeface="Courier New" panose="02070309020205020404" pitchFamily="49" charset="0"/>
                <a:cs typeface="Courier New" panose="02070309020205020404" pitchFamily="49" charset="0"/>
              </a:rPr>
              <a:t>   initialize each vertex to be a connected component</a:t>
            </a:r>
            <a:endParaRPr lang="en-US" b="0" dirty="0">
              <a:latin typeface="Courier New" panose="02070309020205020404" pitchFamily="49" charset="0"/>
              <a:cs typeface="Courier New" panose="02070309020205020404" pitchFamily="49" charset="0"/>
            </a:endParaRPr>
          </a:p>
          <a:p>
            <a:pPr>
              <a:spcBef>
                <a:spcPts val="200"/>
              </a:spcBef>
            </a:pPr>
            <a:r>
              <a:rPr lang="en-US" dirty="0">
                <a:latin typeface="Courier New" panose="02070309020205020404" pitchFamily="49" charset="0"/>
                <a:cs typeface="Courier New" panose="02070309020205020404" pitchFamily="49" charset="0"/>
              </a:rPr>
              <a:t>	sort the edges by weight</a:t>
            </a:r>
          </a:p>
          <a:p>
            <a:pPr>
              <a:spcBef>
                <a:spcPts val="200"/>
              </a:spcBef>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foreach</a:t>
            </a:r>
            <a:r>
              <a:rPr lang="en-US" dirty="0">
                <a:latin typeface="Courier New" panose="02070309020205020404" pitchFamily="49" charset="0"/>
                <a:cs typeface="Courier New" panose="02070309020205020404" pitchFamily="49" charset="0"/>
              </a:rPr>
              <a:t>(edge (u, v) in sorted order){</a:t>
            </a:r>
          </a:p>
          <a:p>
            <a:pPr>
              <a:spcBef>
                <a:spcPts val="200"/>
              </a:spcBef>
            </a:pPr>
            <a:r>
              <a:rPr lang="en-US" dirty="0">
                <a:latin typeface="Courier New" panose="02070309020205020404" pitchFamily="49" charset="0"/>
                <a:cs typeface="Courier New" panose="02070309020205020404" pitchFamily="49" charset="0"/>
              </a:rPr>
              <a:t>		if(u and v are in different components){</a:t>
            </a:r>
          </a:p>
          <a:p>
            <a:pPr>
              <a:spcBef>
                <a:spcPts val="200"/>
              </a:spcBef>
            </a:pPr>
            <a:r>
              <a:rPr lang="en-US" dirty="0">
                <a:latin typeface="Courier New" panose="02070309020205020404" pitchFamily="49" charset="0"/>
                <a:cs typeface="Courier New" panose="02070309020205020404" pitchFamily="49" charset="0"/>
              </a:rPr>
              <a:t>			add (</a:t>
            </a:r>
            <a:r>
              <a:rPr lang="en-US" dirty="0" err="1">
                <a:latin typeface="Courier New" panose="02070309020205020404" pitchFamily="49" charset="0"/>
                <a:cs typeface="Courier New" panose="02070309020205020404" pitchFamily="49" charset="0"/>
              </a:rPr>
              <a:t>u,v</a:t>
            </a:r>
            <a:r>
              <a:rPr lang="en-US" dirty="0">
                <a:latin typeface="Courier New" panose="02070309020205020404" pitchFamily="49" charset="0"/>
                <a:cs typeface="Courier New" panose="02070309020205020404" pitchFamily="49" charset="0"/>
              </a:rPr>
              <a:t>) to the MST</a:t>
            </a:r>
          </a:p>
          <a:p>
            <a:pPr>
              <a:spcBef>
                <a:spcPts val="200"/>
              </a:spcBef>
            </a:pPr>
            <a:r>
              <a:rPr lang="en-US" dirty="0">
                <a:latin typeface="Courier New" panose="02070309020205020404" pitchFamily="49" charset="0"/>
                <a:cs typeface="Courier New" panose="02070309020205020404" pitchFamily="49" charset="0"/>
              </a:rPr>
              <a:t>			Update u and v to be in the same component</a:t>
            </a:r>
          </a:p>
          <a:p>
            <a:pPr>
              <a:spcBef>
                <a:spcPts val="200"/>
              </a:spcBef>
            </a:pPr>
            <a:r>
              <a:rPr lang="en-US" dirty="0">
                <a:latin typeface="Courier New" panose="02070309020205020404" pitchFamily="49" charset="0"/>
                <a:cs typeface="Courier New" panose="02070309020205020404" pitchFamily="49" charset="0"/>
              </a:rPr>
              <a:t>		}</a:t>
            </a:r>
          </a:p>
          <a:p>
            <a:pPr>
              <a:spcBef>
                <a:spcPts val="200"/>
              </a:spcBef>
            </a:pPr>
            <a:r>
              <a:rPr lang="en-US" dirty="0">
                <a:latin typeface="Courier New" panose="02070309020205020404" pitchFamily="49" charset="0"/>
                <a:cs typeface="Courier New" panose="02070309020205020404" pitchFamily="49" charset="0"/>
              </a:rPr>
              <a:t>	}</a:t>
            </a:r>
            <a:endParaRPr lang="en-US" dirty="0"/>
          </a:p>
        </p:txBody>
      </p:sp>
      <p:sp>
        <p:nvSpPr>
          <p:cNvPr id="36" name="TextBox 35">
            <a:extLst>
              <a:ext uri="{FF2B5EF4-FFF2-40B4-BE49-F238E27FC236}">
                <a16:creationId xmlns:a16="http://schemas.microsoft.com/office/drawing/2014/main" id="{F7856AC3-D021-44E3-89F4-351FA85702B8}"/>
              </a:ext>
            </a:extLst>
          </p:cNvPr>
          <p:cNvSpPr txBox="1"/>
          <p:nvPr/>
        </p:nvSpPr>
        <p:spPr>
          <a:xfrm>
            <a:off x="8149748" y="3464366"/>
            <a:ext cx="317944" cy="369667"/>
          </a:xfrm>
          <a:prstGeom prst="rect">
            <a:avLst/>
          </a:prstGeom>
          <a:noFill/>
        </p:spPr>
        <p:txBody>
          <a:bodyPr wrap="square" rtlCol="0">
            <a:spAutoFit/>
          </a:bodyPr>
          <a:lstStyle/>
          <a:p>
            <a:r>
              <a:rPr lang="en-US" dirty="0"/>
              <a:t>2</a:t>
            </a:r>
          </a:p>
        </p:txBody>
      </p:sp>
    </p:spTree>
    <p:extLst>
      <p:ext uri="{BB962C8B-B14F-4D97-AF65-F5344CB8AC3E}">
        <p14:creationId xmlns:p14="http://schemas.microsoft.com/office/powerpoint/2010/main" val="3219684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Aside: A Graph of Trees</a:t>
            </a:r>
          </a:p>
        </p:txBody>
      </p:sp>
      <p:sp>
        <p:nvSpPr>
          <p:cNvPr id="3" name="Content Placeholder 2"/>
          <p:cNvSpPr>
            <a:spLocks noGrp="1"/>
          </p:cNvSpPr>
          <p:nvPr>
            <p:ph idx="1"/>
          </p:nvPr>
        </p:nvSpPr>
        <p:spPr/>
        <p:txBody>
          <a:bodyPr/>
          <a:lstStyle/>
          <a:p>
            <a:r>
              <a:rPr lang="en-US" dirty="0">
                <a:sym typeface="Wingdings" panose="05000000000000000000" pitchFamily="2" charset="2"/>
              </a:rPr>
              <a:t>A tree is an undirected, connected, and acyclic graph.</a:t>
            </a:r>
          </a:p>
          <a:p>
            <a:r>
              <a:rPr lang="en-US" dirty="0">
                <a:sym typeface="Wingdings" panose="05000000000000000000" pitchFamily="2" charset="2"/>
              </a:rPr>
              <a:t>How would we describe the graph </a:t>
            </a:r>
            <a:r>
              <a:rPr lang="en-US" dirty="0" err="1">
                <a:sym typeface="Wingdings" panose="05000000000000000000" pitchFamily="2" charset="2"/>
              </a:rPr>
              <a:t>Kruskal’s</a:t>
            </a:r>
            <a:r>
              <a:rPr lang="en-US" dirty="0">
                <a:sym typeface="Wingdings" panose="05000000000000000000" pitchFamily="2" charset="2"/>
              </a:rPr>
              <a:t> builds. </a:t>
            </a:r>
          </a:p>
          <a:p>
            <a:r>
              <a:rPr lang="en-US" dirty="0">
                <a:sym typeface="Wingdings" panose="05000000000000000000" pitchFamily="2" charset="2"/>
              </a:rPr>
              <a:t>It’s not a tree until the end.</a:t>
            </a:r>
          </a:p>
          <a:p>
            <a:endParaRPr lang="en-US" dirty="0">
              <a:sym typeface="Wingdings" panose="05000000000000000000" pitchFamily="2" charset="2"/>
            </a:endParaRPr>
          </a:p>
          <a:p>
            <a:r>
              <a:rPr lang="en-US" dirty="0">
                <a:sym typeface="Wingdings" panose="05000000000000000000" pitchFamily="2" charset="2"/>
              </a:rPr>
              <a:t>It’s a forest!</a:t>
            </a:r>
          </a:p>
          <a:p>
            <a:r>
              <a:rPr lang="en-US" dirty="0">
                <a:sym typeface="Wingdings" panose="05000000000000000000" pitchFamily="2" charset="2"/>
              </a:rPr>
              <a:t>A forest is any undirected and acyclic graph </a:t>
            </a:r>
            <a:endParaRPr lang="en-US" dirty="0"/>
          </a:p>
          <a:p>
            <a:endParaRPr lang="en-US" dirty="0"/>
          </a:p>
        </p:txBody>
      </p:sp>
      <p:sp>
        <p:nvSpPr>
          <p:cNvPr id="4" name="Footer Placeholder 3"/>
          <p:cNvSpPr>
            <a:spLocks noGrp="1"/>
          </p:cNvSpPr>
          <p:nvPr>
            <p:ph type="ftr" sz="quarter" idx="11"/>
          </p:nvPr>
        </p:nvSpPr>
        <p:spPr/>
        <p:txBody>
          <a:bodyPr/>
          <a:lstStyle/>
          <a:p>
            <a:r>
              <a:rPr lang="en-US"/>
              <a:t>CSE 373 AU 18</a:t>
            </a:r>
          </a:p>
        </p:txBody>
      </p:sp>
      <p:sp>
        <p:nvSpPr>
          <p:cNvPr id="5" name="Slide Number Placeholder 4"/>
          <p:cNvSpPr>
            <a:spLocks noGrp="1"/>
          </p:cNvSpPr>
          <p:nvPr>
            <p:ph type="sldNum" sz="quarter" idx="12"/>
          </p:nvPr>
        </p:nvSpPr>
        <p:spPr/>
        <p:txBody>
          <a:bodyPr/>
          <a:lstStyle/>
          <a:p>
            <a:fld id="{659665DE-58FC-41F4-AC58-2C90A5E00527}" type="slidenum">
              <a:rPr lang="en-US" smtClean="0"/>
              <a:t>20</a:t>
            </a:fld>
            <a:endParaRPr lang="en-US"/>
          </a:p>
        </p:txBody>
      </p:sp>
    </p:spTree>
    <p:extLst>
      <p:ext uri="{BB962C8B-B14F-4D97-AF65-F5344CB8AC3E}">
        <p14:creationId xmlns:p14="http://schemas.microsoft.com/office/powerpoint/2010/main" val="1915219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2775" y="3262680"/>
            <a:ext cx="6692585" cy="590415"/>
          </a:xfrm>
        </p:spPr>
        <p:txBody>
          <a:bodyPr/>
          <a:lstStyle/>
          <a:p>
            <a:r>
              <a:rPr lang="en-US" dirty="0"/>
              <a:t>Appendix: MST Properties, Another MST Application</a:t>
            </a:r>
          </a:p>
        </p:txBody>
      </p:sp>
      <p:sp>
        <p:nvSpPr>
          <p:cNvPr id="3" name="Footer Placeholder 2"/>
          <p:cNvSpPr>
            <a:spLocks noGrp="1"/>
          </p:cNvSpPr>
          <p:nvPr>
            <p:ph type="ftr" sz="quarter" idx="11"/>
          </p:nvPr>
        </p:nvSpPr>
        <p:spPr/>
        <p:txBody>
          <a:bodyPr/>
          <a:lstStyle/>
          <a:p>
            <a:r>
              <a:rPr lang="en-US"/>
              <a:t>CSE 373 AU 18</a:t>
            </a:r>
            <a:endParaRPr lang="en-US" dirty="0"/>
          </a:p>
        </p:txBody>
      </p:sp>
      <p:sp>
        <p:nvSpPr>
          <p:cNvPr id="4" name="Slide Number Placeholder 3"/>
          <p:cNvSpPr>
            <a:spLocks noGrp="1"/>
          </p:cNvSpPr>
          <p:nvPr>
            <p:ph type="sldNum" sz="quarter" idx="12"/>
          </p:nvPr>
        </p:nvSpPr>
        <p:spPr/>
        <p:txBody>
          <a:bodyPr/>
          <a:lstStyle/>
          <a:p>
            <a:fld id="{659665DE-58FC-41F4-AC58-2C90A5E00527}" type="slidenum">
              <a:rPr lang="en-US" smtClean="0"/>
              <a:pPr/>
              <a:t>21</a:t>
            </a:fld>
            <a:endParaRPr lang="en-US"/>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31891266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56C8E-D380-4183-9054-E41C77F051A4}"/>
              </a:ext>
            </a:extLst>
          </p:cNvPr>
          <p:cNvSpPr>
            <a:spLocks noGrp="1"/>
          </p:cNvSpPr>
          <p:nvPr>
            <p:ph type="title"/>
          </p:nvPr>
        </p:nvSpPr>
        <p:spPr/>
        <p:txBody>
          <a:bodyPr/>
          <a:lstStyle/>
          <a:p>
            <a:r>
              <a:rPr lang="en-US" dirty="0"/>
              <a:t>Some Extra Comments</a:t>
            </a:r>
          </a:p>
        </p:txBody>
      </p:sp>
      <p:sp>
        <p:nvSpPr>
          <p:cNvPr id="3" name="Content Placeholder 2">
            <a:extLst>
              <a:ext uri="{FF2B5EF4-FFF2-40B4-BE49-F238E27FC236}">
                <a16:creationId xmlns:a16="http://schemas.microsoft.com/office/drawing/2014/main" id="{E7594F33-DFDB-441C-AE77-2D93A45BD55E}"/>
              </a:ext>
            </a:extLst>
          </p:cNvPr>
          <p:cNvSpPr>
            <a:spLocks noGrp="1"/>
          </p:cNvSpPr>
          <p:nvPr>
            <p:ph idx="1"/>
          </p:nvPr>
        </p:nvSpPr>
        <p:spPr/>
        <p:txBody>
          <a:bodyPr/>
          <a:lstStyle/>
          <a:p>
            <a:r>
              <a:rPr lang="en-US" dirty="0"/>
              <a:t>Prim was the employee at Bell Labs in the 1950’s</a:t>
            </a:r>
          </a:p>
          <a:p>
            <a:r>
              <a:rPr lang="en-US" dirty="0"/>
              <a:t>The mathematician in the 1920’s was </a:t>
            </a:r>
            <a:r>
              <a:rPr lang="en-US" dirty="0" err="1"/>
              <a:t>Boruvka</a:t>
            </a:r>
            <a:endParaRPr lang="en-US" dirty="0"/>
          </a:p>
          <a:p>
            <a:pPr lvl="1"/>
            <a:r>
              <a:rPr lang="en-US" dirty="0"/>
              <a:t>He had a different </a:t>
            </a:r>
            <a:r>
              <a:rPr lang="en-US" i="1" dirty="0"/>
              <a:t>also greedy </a:t>
            </a:r>
            <a:r>
              <a:rPr lang="en-US" dirty="0"/>
              <a:t>algorithm for MSTs.</a:t>
            </a:r>
          </a:p>
          <a:p>
            <a:pPr lvl="1"/>
            <a:r>
              <a:rPr lang="en-US" dirty="0" err="1"/>
              <a:t>Boruvka’s</a:t>
            </a:r>
            <a:r>
              <a:rPr lang="en-US" dirty="0"/>
              <a:t> algorithm is trickier to implement, but is useful in some cases.</a:t>
            </a:r>
          </a:p>
          <a:p>
            <a:pPr lvl="1"/>
            <a:endParaRPr lang="en-US" dirty="0"/>
          </a:p>
          <a:p>
            <a:r>
              <a:rPr lang="en-US" dirty="0"/>
              <a:t>There’s at least a fourth greedy algorithm for MSTs…</a:t>
            </a:r>
          </a:p>
          <a:p>
            <a:endParaRPr lang="en-US" dirty="0"/>
          </a:p>
          <a:p>
            <a:r>
              <a:rPr lang="en-US" dirty="0"/>
              <a:t>If all the edge weights are distinct, then the MST is unique.</a:t>
            </a:r>
          </a:p>
          <a:p>
            <a:r>
              <a:rPr lang="en-US" dirty="0"/>
              <a:t>If some edge weights are equal, there may be multiple spanning trees. Prim’s/Dijkstra’s are only guaranteed to find you one of them.</a:t>
            </a:r>
          </a:p>
        </p:txBody>
      </p:sp>
      <p:sp>
        <p:nvSpPr>
          <p:cNvPr id="4" name="Footer Placeholder 3">
            <a:extLst>
              <a:ext uri="{FF2B5EF4-FFF2-40B4-BE49-F238E27FC236}">
                <a16:creationId xmlns:a16="http://schemas.microsoft.com/office/drawing/2014/main" id="{DDE77583-E86A-4613-AFFD-30B90551D16A}"/>
              </a:ext>
            </a:extLst>
          </p:cNvPr>
          <p:cNvSpPr>
            <a:spLocks noGrp="1"/>
          </p:cNvSpPr>
          <p:nvPr>
            <p:ph type="ftr" sz="quarter" idx="11"/>
          </p:nvPr>
        </p:nvSpPr>
        <p:spPr/>
        <p:txBody>
          <a:bodyPr/>
          <a:lstStyle/>
          <a:p>
            <a:r>
              <a:rPr lang="en-US"/>
              <a:t>CSE 373 AU 18</a:t>
            </a:r>
          </a:p>
        </p:txBody>
      </p:sp>
      <p:sp>
        <p:nvSpPr>
          <p:cNvPr id="5" name="Slide Number Placeholder 4">
            <a:extLst>
              <a:ext uri="{FF2B5EF4-FFF2-40B4-BE49-F238E27FC236}">
                <a16:creationId xmlns:a16="http://schemas.microsoft.com/office/drawing/2014/main" id="{6F690BA4-CF73-4DEE-88FE-E19CA9B1C7EF}"/>
              </a:ext>
            </a:extLst>
          </p:cNvPr>
          <p:cNvSpPr>
            <a:spLocks noGrp="1"/>
          </p:cNvSpPr>
          <p:nvPr>
            <p:ph type="sldNum" sz="quarter" idx="12"/>
          </p:nvPr>
        </p:nvSpPr>
        <p:spPr/>
        <p:txBody>
          <a:bodyPr/>
          <a:lstStyle/>
          <a:p>
            <a:fld id="{659665DE-58FC-41F4-AC58-2C90A5E00527}" type="slidenum">
              <a:rPr lang="en-US" smtClean="0"/>
              <a:t>22</a:t>
            </a:fld>
            <a:endParaRPr lang="en-US"/>
          </a:p>
        </p:txBody>
      </p:sp>
    </p:spTree>
    <p:extLst>
      <p:ext uri="{BB962C8B-B14F-4D97-AF65-F5344CB8AC3E}">
        <p14:creationId xmlns:p14="http://schemas.microsoft.com/office/powerpoint/2010/main" val="577872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103FC-3B06-441C-813E-A92C14FEEF3F}"/>
              </a:ext>
            </a:extLst>
          </p:cNvPr>
          <p:cNvSpPr>
            <a:spLocks noGrp="1"/>
          </p:cNvSpPr>
          <p:nvPr>
            <p:ph type="title"/>
          </p:nvPr>
        </p:nvSpPr>
        <p:spPr/>
        <p:txBody>
          <a:bodyPr>
            <a:normAutofit fontScale="90000"/>
          </a:bodyPr>
          <a:lstStyle/>
          <a:p>
            <a:r>
              <a:rPr lang="en-US" dirty="0"/>
              <a:t>Why do all of these MST Algorithms Work?</a:t>
            </a:r>
          </a:p>
        </p:txBody>
      </p:sp>
      <p:sp>
        <p:nvSpPr>
          <p:cNvPr id="3" name="Content Placeholder 2">
            <a:extLst>
              <a:ext uri="{FF2B5EF4-FFF2-40B4-BE49-F238E27FC236}">
                <a16:creationId xmlns:a16="http://schemas.microsoft.com/office/drawing/2014/main" id="{7EAC890B-2537-437A-9F0A-62A84DD3E99C}"/>
              </a:ext>
            </a:extLst>
          </p:cNvPr>
          <p:cNvSpPr>
            <a:spLocks noGrp="1"/>
          </p:cNvSpPr>
          <p:nvPr>
            <p:ph idx="1"/>
          </p:nvPr>
        </p:nvSpPr>
        <p:spPr/>
        <p:txBody>
          <a:bodyPr/>
          <a:lstStyle/>
          <a:p>
            <a:r>
              <a:rPr lang="en-US" dirty="0"/>
              <a:t>MSTs satisfy two very useful properties:</a:t>
            </a:r>
          </a:p>
          <a:p>
            <a:r>
              <a:rPr lang="en-US" b="1" dirty="0"/>
              <a:t>Cycle Property: </a:t>
            </a:r>
            <a:r>
              <a:rPr lang="en-US" dirty="0"/>
              <a:t>The heaviest edge along a cycle is NEVER part of an MST.</a:t>
            </a:r>
          </a:p>
          <a:p>
            <a:r>
              <a:rPr lang="en-US" b="1" dirty="0"/>
              <a:t>Cut Property: </a:t>
            </a:r>
            <a:r>
              <a:rPr lang="en-US" dirty="0"/>
              <a:t>Split the vertices of the graph any way you want into two sets A and B. The lightest edge with one endpoint in A and the other in B is ALWAYS part of an MST. </a:t>
            </a:r>
          </a:p>
          <a:p>
            <a:endParaRPr lang="en-US" b="1" dirty="0"/>
          </a:p>
          <a:p>
            <a:r>
              <a:rPr lang="en-US" dirty="0"/>
              <a:t>Whenever you add an edge to a tree you create exactly one cycle, you can then remove any edge from that cycle and get another tree out. </a:t>
            </a:r>
          </a:p>
          <a:p>
            <a:r>
              <a:rPr lang="en-US" dirty="0"/>
              <a:t>This observation, combined with the cycle and cut properties form the basis of all of the greedy algorithms for MSTs.</a:t>
            </a:r>
          </a:p>
        </p:txBody>
      </p:sp>
      <p:sp>
        <p:nvSpPr>
          <p:cNvPr id="4" name="Footer Placeholder 3">
            <a:extLst>
              <a:ext uri="{FF2B5EF4-FFF2-40B4-BE49-F238E27FC236}">
                <a16:creationId xmlns:a16="http://schemas.microsoft.com/office/drawing/2014/main" id="{504C63AC-EC8B-4DD2-95B4-78E8F70236A5}"/>
              </a:ext>
            </a:extLst>
          </p:cNvPr>
          <p:cNvSpPr>
            <a:spLocks noGrp="1"/>
          </p:cNvSpPr>
          <p:nvPr>
            <p:ph type="ftr" sz="quarter" idx="11"/>
          </p:nvPr>
        </p:nvSpPr>
        <p:spPr/>
        <p:txBody>
          <a:bodyPr/>
          <a:lstStyle/>
          <a:p>
            <a:r>
              <a:rPr lang="en-US"/>
              <a:t>CSE 373 AU 18</a:t>
            </a:r>
          </a:p>
        </p:txBody>
      </p:sp>
      <p:sp>
        <p:nvSpPr>
          <p:cNvPr id="5" name="Slide Number Placeholder 4">
            <a:extLst>
              <a:ext uri="{FF2B5EF4-FFF2-40B4-BE49-F238E27FC236}">
                <a16:creationId xmlns:a16="http://schemas.microsoft.com/office/drawing/2014/main" id="{1D3D6947-B626-4526-BA8F-76E3B73BEE91}"/>
              </a:ext>
            </a:extLst>
          </p:cNvPr>
          <p:cNvSpPr>
            <a:spLocks noGrp="1"/>
          </p:cNvSpPr>
          <p:nvPr>
            <p:ph type="sldNum" sz="quarter" idx="12"/>
          </p:nvPr>
        </p:nvSpPr>
        <p:spPr/>
        <p:txBody>
          <a:bodyPr/>
          <a:lstStyle/>
          <a:p>
            <a:fld id="{659665DE-58FC-41F4-AC58-2C90A5E00527}" type="slidenum">
              <a:rPr lang="en-US" smtClean="0"/>
              <a:t>23</a:t>
            </a:fld>
            <a:endParaRPr lang="en-US"/>
          </a:p>
        </p:txBody>
      </p:sp>
    </p:spTree>
    <p:extLst>
      <p:ext uri="{BB962C8B-B14F-4D97-AF65-F5344CB8AC3E}">
        <p14:creationId xmlns:p14="http://schemas.microsoft.com/office/powerpoint/2010/main" val="40517266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 More MST application	</a:t>
            </a:r>
          </a:p>
        </p:txBody>
      </p:sp>
      <p:sp>
        <p:nvSpPr>
          <p:cNvPr id="3" name="Content Placeholder 2"/>
          <p:cNvSpPr>
            <a:spLocks noGrp="1"/>
          </p:cNvSpPr>
          <p:nvPr>
            <p:ph idx="1"/>
          </p:nvPr>
        </p:nvSpPr>
        <p:spPr>
          <a:xfrm>
            <a:off x="575240" y="1463857"/>
            <a:ext cx="11187258" cy="3356337"/>
          </a:xfrm>
        </p:spPr>
        <p:txBody>
          <a:bodyPr/>
          <a:lstStyle/>
          <a:p>
            <a:r>
              <a:rPr lang="en-US" dirty="0"/>
              <a:t>Let’s say you’re building a new building. </a:t>
            </a:r>
          </a:p>
          <a:p>
            <a:r>
              <a:rPr lang="en-US" dirty="0"/>
              <a:t>There are very important building donors coming to visit TOMORROW, </a:t>
            </a:r>
          </a:p>
          <a:p>
            <a:pPr lvl="1"/>
            <a:r>
              <a:rPr lang="en-US" dirty="0"/>
              <a:t>and the hallways are not finished. </a:t>
            </a:r>
          </a:p>
          <a:p>
            <a:r>
              <a:rPr lang="en-US" dirty="0"/>
              <a:t>You have n rooms you need to show them, connected by the unfinished hallways.</a:t>
            </a:r>
          </a:p>
          <a:p>
            <a:r>
              <a:rPr lang="en-US" dirty="0"/>
              <a:t>Thanks to your generous donors you have n-1 construction crews, so you can assign one to each of that many hallways. </a:t>
            </a:r>
          </a:p>
          <a:p>
            <a:pPr lvl="1"/>
            <a:r>
              <a:rPr lang="en-US" dirty="0"/>
              <a:t>Sadly the hallways are narrow and you can’t have multiple crews working on the same hallway. </a:t>
            </a:r>
          </a:p>
          <a:p>
            <a:r>
              <a:rPr lang="en-US" dirty="0"/>
              <a:t>Can you finish enough hallways in time to give them a tour?</a:t>
            </a:r>
          </a:p>
          <a:p>
            <a:endParaRPr lang="en-US" dirty="0"/>
          </a:p>
        </p:txBody>
      </p:sp>
      <p:sp>
        <p:nvSpPr>
          <p:cNvPr id="4" name="Footer Placeholder 3"/>
          <p:cNvSpPr>
            <a:spLocks noGrp="1"/>
          </p:cNvSpPr>
          <p:nvPr>
            <p:ph type="ftr" sz="quarter" idx="11"/>
          </p:nvPr>
        </p:nvSpPr>
        <p:spPr/>
        <p:txBody>
          <a:bodyPr/>
          <a:lstStyle/>
          <a:p>
            <a:r>
              <a:rPr lang="en-US"/>
              <a:t>CSE 373 AU 18</a:t>
            </a:r>
          </a:p>
        </p:txBody>
      </p:sp>
      <p:sp>
        <p:nvSpPr>
          <p:cNvPr id="5" name="Slide Number Placeholder 4"/>
          <p:cNvSpPr>
            <a:spLocks noGrp="1"/>
          </p:cNvSpPr>
          <p:nvPr>
            <p:ph type="sldNum" sz="quarter" idx="12"/>
          </p:nvPr>
        </p:nvSpPr>
        <p:spPr/>
        <p:txBody>
          <a:bodyPr/>
          <a:lstStyle/>
          <a:p>
            <a:fld id="{659665DE-58FC-41F4-AC58-2C90A5E00527}" type="slidenum">
              <a:rPr lang="en-US" smtClean="0"/>
              <a:t>24</a:t>
            </a:fld>
            <a:endParaRPr lang="en-US"/>
          </a:p>
        </p:txBody>
      </p:sp>
      <p:sp>
        <p:nvSpPr>
          <p:cNvPr id="6" name="Rectangle 5"/>
          <p:cNvSpPr/>
          <p:nvPr/>
        </p:nvSpPr>
        <p:spPr>
          <a:xfrm>
            <a:off x="568125" y="4795525"/>
            <a:ext cx="6111311" cy="1725502"/>
          </a:xfrm>
          <a:prstGeom prst="rect">
            <a:avLst/>
          </a:prstGeom>
          <a:solidFill>
            <a:srgbClr val="A48D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r>
              <a:rPr lang="en-US" sz="2000" b="1" dirty="0"/>
              <a:t>Given</a:t>
            </a:r>
            <a:r>
              <a:rPr lang="en-US" sz="2000" dirty="0"/>
              <a:t>: an undirected, weighted graph G</a:t>
            </a:r>
          </a:p>
          <a:p>
            <a:r>
              <a:rPr lang="en-US" sz="2000" b="1" dirty="0"/>
              <a:t>Find</a:t>
            </a:r>
            <a:r>
              <a:rPr lang="en-US" sz="2000" dirty="0"/>
              <a:t>: A spanning tree such that the weight of the maximum edge is minimized.</a:t>
            </a:r>
          </a:p>
        </p:txBody>
      </p:sp>
      <p:sp>
        <p:nvSpPr>
          <p:cNvPr id="7" name="Rectangle 6"/>
          <p:cNvSpPr/>
          <p:nvPr/>
        </p:nvSpPr>
        <p:spPr>
          <a:xfrm>
            <a:off x="568125" y="4795526"/>
            <a:ext cx="6101786" cy="476250"/>
          </a:xfrm>
          <a:prstGeom prst="rect">
            <a:avLst/>
          </a:prstGeom>
          <a:solidFill>
            <a:srgbClr val="4C3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t>Minimum </a:t>
            </a:r>
            <a:r>
              <a:rPr lang="en-US" sz="2000" b="1" dirty="0">
                <a:solidFill>
                  <a:srgbClr val="B6A479"/>
                </a:solidFill>
              </a:rPr>
              <a:t>Bottleneck</a:t>
            </a:r>
            <a:r>
              <a:rPr lang="en-US" sz="2000" b="1" dirty="0"/>
              <a:t> Spanning Tree Problem</a:t>
            </a:r>
          </a:p>
        </p:txBody>
      </p:sp>
    </p:spTree>
    <p:extLst>
      <p:ext uri="{BB962C8B-B14F-4D97-AF65-F5344CB8AC3E}">
        <p14:creationId xmlns:p14="http://schemas.microsoft.com/office/powerpoint/2010/main" val="925398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E6A16ED8-0F84-9F87-AAC8-C9C8F477F9CD}"/>
              </a:ext>
            </a:extLst>
          </p:cNvPr>
          <p:cNvSpPr>
            <a:spLocks noGrp="1"/>
          </p:cNvSpPr>
          <p:nvPr>
            <p:ph type="sldNum" sz="quarter" idx="10"/>
          </p:nvPr>
        </p:nvSpPr>
        <p:spPr/>
        <p:txBody>
          <a:bodyPr/>
          <a:lstStyle/>
          <a:p>
            <a:fld id="{4C27A4A0-11E8-48ED-B1E3-05B94BB63162}" type="slidenum">
              <a:rPr lang="en-US" altLang="en-US"/>
              <a:pPr/>
              <a:t>25</a:t>
            </a:fld>
            <a:endParaRPr lang="en-US" altLang="en-US" sz="1400"/>
          </a:p>
        </p:txBody>
      </p:sp>
      <p:sp>
        <p:nvSpPr>
          <p:cNvPr id="531514" name="Rectangle 58">
            <a:extLst>
              <a:ext uri="{FF2B5EF4-FFF2-40B4-BE49-F238E27FC236}">
                <a16:creationId xmlns:a16="http://schemas.microsoft.com/office/drawing/2014/main" id="{0005C769-87BE-6E73-6991-0CDA586FB248}"/>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531459" name="Oval 3">
            <a:extLst>
              <a:ext uri="{FF2B5EF4-FFF2-40B4-BE49-F238E27FC236}">
                <a16:creationId xmlns:a16="http://schemas.microsoft.com/office/drawing/2014/main" id="{41E25541-F051-928D-2F37-645E2BD9E308}"/>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531460" name="Oval 4">
            <a:extLst>
              <a:ext uri="{FF2B5EF4-FFF2-40B4-BE49-F238E27FC236}">
                <a16:creationId xmlns:a16="http://schemas.microsoft.com/office/drawing/2014/main" id="{7B2B823A-5608-2264-01EC-DA77B343BAC1}"/>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531461" name="Oval 5">
            <a:extLst>
              <a:ext uri="{FF2B5EF4-FFF2-40B4-BE49-F238E27FC236}">
                <a16:creationId xmlns:a16="http://schemas.microsoft.com/office/drawing/2014/main" id="{95E03DD0-90AF-0B7A-BF66-76751C974D3C}"/>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531462" name="Oval 6">
            <a:extLst>
              <a:ext uri="{FF2B5EF4-FFF2-40B4-BE49-F238E27FC236}">
                <a16:creationId xmlns:a16="http://schemas.microsoft.com/office/drawing/2014/main" id="{6CC22CF2-F7BE-0895-32CC-7A11AA0F8B77}"/>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531463" name="Oval 7">
            <a:extLst>
              <a:ext uri="{FF2B5EF4-FFF2-40B4-BE49-F238E27FC236}">
                <a16:creationId xmlns:a16="http://schemas.microsoft.com/office/drawing/2014/main" id="{98397654-291F-0FA7-C5BB-789993910551}"/>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531464" name="Oval 8">
            <a:extLst>
              <a:ext uri="{FF2B5EF4-FFF2-40B4-BE49-F238E27FC236}">
                <a16:creationId xmlns:a16="http://schemas.microsoft.com/office/drawing/2014/main" id="{D822A827-4FCA-65E6-C253-7A10AEEFC913}"/>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531465" name="Oval 9">
            <a:extLst>
              <a:ext uri="{FF2B5EF4-FFF2-40B4-BE49-F238E27FC236}">
                <a16:creationId xmlns:a16="http://schemas.microsoft.com/office/drawing/2014/main" id="{6CF7360D-9586-9192-B965-6FE2AA2B6A9D}"/>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531466" name="Oval 10">
            <a:extLst>
              <a:ext uri="{FF2B5EF4-FFF2-40B4-BE49-F238E27FC236}">
                <a16:creationId xmlns:a16="http://schemas.microsoft.com/office/drawing/2014/main" id="{E9B2DB94-3F9D-AA71-B702-51487717878A}"/>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531467" name="AutoShape 11">
            <a:extLst>
              <a:ext uri="{FF2B5EF4-FFF2-40B4-BE49-F238E27FC236}">
                <a16:creationId xmlns:a16="http://schemas.microsoft.com/office/drawing/2014/main" id="{790E722A-82DE-2EFC-F6B0-1DAAFC3E1C07}"/>
              </a:ext>
            </a:extLst>
          </p:cNvPr>
          <p:cNvCxnSpPr>
            <a:cxnSpLocks noChangeShapeType="1"/>
            <a:stCxn id="531459" idx="7"/>
            <a:endCxn id="531462" idx="2"/>
          </p:cNvCxnSpPr>
          <p:nvPr/>
        </p:nvCxnSpPr>
        <p:spPr bwMode="auto">
          <a:xfrm flipV="1">
            <a:off x="2081213" y="3057526"/>
            <a:ext cx="1511300" cy="379413"/>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31468" name="AutoShape 12">
            <a:extLst>
              <a:ext uri="{FF2B5EF4-FFF2-40B4-BE49-F238E27FC236}">
                <a16:creationId xmlns:a16="http://schemas.microsoft.com/office/drawing/2014/main" id="{AA58F552-1583-0AFA-6660-B3D296FFF50E}"/>
              </a:ext>
            </a:extLst>
          </p:cNvPr>
          <p:cNvCxnSpPr>
            <a:cxnSpLocks noChangeShapeType="1"/>
            <a:stCxn id="531459" idx="6"/>
            <a:endCxn id="531463" idx="1"/>
          </p:cNvCxnSpPr>
          <p:nvPr/>
        </p:nvCxnSpPr>
        <p:spPr bwMode="auto">
          <a:xfrm>
            <a:off x="2133600" y="3551239"/>
            <a:ext cx="2317750" cy="56197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31469" name="AutoShape 13">
            <a:extLst>
              <a:ext uri="{FF2B5EF4-FFF2-40B4-BE49-F238E27FC236}">
                <a16:creationId xmlns:a16="http://schemas.microsoft.com/office/drawing/2014/main" id="{C1622811-FF5F-5335-EA56-98608E886793}"/>
              </a:ext>
            </a:extLst>
          </p:cNvPr>
          <p:cNvCxnSpPr>
            <a:cxnSpLocks noChangeShapeType="1"/>
            <a:stCxn id="531459" idx="5"/>
            <a:endCxn id="531464"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31470" name="AutoShape 14">
            <a:extLst>
              <a:ext uri="{FF2B5EF4-FFF2-40B4-BE49-F238E27FC236}">
                <a16:creationId xmlns:a16="http://schemas.microsoft.com/office/drawing/2014/main" id="{6E88A30C-72F2-AAEA-1382-C4F9B37AD626}"/>
              </a:ext>
            </a:extLst>
          </p:cNvPr>
          <p:cNvCxnSpPr>
            <a:cxnSpLocks noChangeShapeType="1"/>
            <a:stCxn id="531463" idx="7"/>
            <a:endCxn id="531460"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31471" name="AutoShape 15">
            <a:extLst>
              <a:ext uri="{FF2B5EF4-FFF2-40B4-BE49-F238E27FC236}">
                <a16:creationId xmlns:a16="http://schemas.microsoft.com/office/drawing/2014/main" id="{DE1809E4-2E98-639B-8A06-44B1EC8A8A7E}"/>
              </a:ext>
            </a:extLst>
          </p:cNvPr>
          <p:cNvCxnSpPr>
            <a:cxnSpLocks noChangeShapeType="1"/>
            <a:stCxn id="531465" idx="7"/>
            <a:endCxn id="531460" idx="4"/>
          </p:cNvCxnSpPr>
          <p:nvPr/>
        </p:nvCxnSpPr>
        <p:spPr bwMode="auto">
          <a:xfrm flipV="1">
            <a:off x="8805863" y="3216275"/>
            <a:ext cx="836612" cy="12461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31472" name="AutoShape 16">
            <a:extLst>
              <a:ext uri="{FF2B5EF4-FFF2-40B4-BE49-F238E27FC236}">
                <a16:creationId xmlns:a16="http://schemas.microsoft.com/office/drawing/2014/main" id="{A90DF0A4-D5BD-8D33-0883-02E2918D5A57}"/>
              </a:ext>
            </a:extLst>
          </p:cNvPr>
          <p:cNvCxnSpPr>
            <a:cxnSpLocks noChangeShapeType="1"/>
            <a:stCxn id="531463" idx="5"/>
            <a:endCxn id="531466"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31473" name="AutoShape 17">
            <a:extLst>
              <a:ext uri="{FF2B5EF4-FFF2-40B4-BE49-F238E27FC236}">
                <a16:creationId xmlns:a16="http://schemas.microsoft.com/office/drawing/2014/main" id="{27F5B82B-71CF-0AF6-EFA2-A94689BD744E}"/>
              </a:ext>
            </a:extLst>
          </p:cNvPr>
          <p:cNvCxnSpPr>
            <a:cxnSpLocks noChangeShapeType="1"/>
            <a:stCxn id="531466" idx="5"/>
            <a:endCxn id="531461"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31474" name="AutoShape 18">
            <a:extLst>
              <a:ext uri="{FF2B5EF4-FFF2-40B4-BE49-F238E27FC236}">
                <a16:creationId xmlns:a16="http://schemas.microsoft.com/office/drawing/2014/main" id="{110DDCBC-3753-A23D-B5AE-977153D5D3C6}"/>
              </a:ext>
            </a:extLst>
          </p:cNvPr>
          <p:cNvCxnSpPr>
            <a:cxnSpLocks noChangeShapeType="1"/>
            <a:stCxn id="531466" idx="6"/>
            <a:endCxn id="531465"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31475" name="AutoShape 19">
            <a:extLst>
              <a:ext uri="{FF2B5EF4-FFF2-40B4-BE49-F238E27FC236}">
                <a16:creationId xmlns:a16="http://schemas.microsoft.com/office/drawing/2014/main" id="{C1AD3A9A-FD9A-341C-1DA4-8016D4821A60}"/>
              </a:ext>
            </a:extLst>
          </p:cNvPr>
          <p:cNvCxnSpPr>
            <a:cxnSpLocks noChangeShapeType="1"/>
            <a:stCxn id="531465" idx="4"/>
            <a:endCxn id="531461" idx="1"/>
          </p:cNvCxnSpPr>
          <p:nvPr/>
        </p:nvCxnSpPr>
        <p:spPr bwMode="auto">
          <a:xfrm>
            <a:off x="8699501" y="4735514"/>
            <a:ext cx="1147763" cy="12080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31476" name="AutoShape 20">
            <a:extLst>
              <a:ext uri="{FF2B5EF4-FFF2-40B4-BE49-F238E27FC236}">
                <a16:creationId xmlns:a16="http://schemas.microsoft.com/office/drawing/2014/main" id="{8EEAAFE0-8F69-59B4-9214-C69B53DBD031}"/>
              </a:ext>
            </a:extLst>
          </p:cNvPr>
          <p:cNvCxnSpPr>
            <a:cxnSpLocks noChangeShapeType="1"/>
            <a:stCxn id="531460" idx="3"/>
            <a:endCxn id="531466" idx="7"/>
          </p:cNvCxnSpPr>
          <p:nvPr/>
        </p:nvCxnSpPr>
        <p:spPr bwMode="auto">
          <a:xfrm flipH="1">
            <a:off x="6070601" y="3171825"/>
            <a:ext cx="3465513" cy="163353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31477" name="AutoShape 21">
            <a:extLst>
              <a:ext uri="{FF2B5EF4-FFF2-40B4-BE49-F238E27FC236}">
                <a16:creationId xmlns:a16="http://schemas.microsoft.com/office/drawing/2014/main" id="{30E7CFA3-3E34-5B91-6A91-EB518FBD19A5}"/>
              </a:ext>
            </a:extLst>
          </p:cNvPr>
          <p:cNvCxnSpPr>
            <a:cxnSpLocks noChangeShapeType="1"/>
            <a:stCxn id="531463" idx="4"/>
            <a:endCxn id="531464" idx="7"/>
          </p:cNvCxnSpPr>
          <p:nvPr/>
        </p:nvCxnSpPr>
        <p:spPr bwMode="auto">
          <a:xfrm flipH="1">
            <a:off x="3919539" y="4386263"/>
            <a:ext cx="638175" cy="16700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31478" name="AutoShape 22">
            <a:extLst>
              <a:ext uri="{FF2B5EF4-FFF2-40B4-BE49-F238E27FC236}">
                <a16:creationId xmlns:a16="http://schemas.microsoft.com/office/drawing/2014/main" id="{81975EDE-A36A-5925-BA7A-B77C28AA8DAA}"/>
              </a:ext>
            </a:extLst>
          </p:cNvPr>
          <p:cNvCxnSpPr>
            <a:cxnSpLocks noChangeShapeType="1"/>
            <a:stCxn id="531464" idx="6"/>
            <a:endCxn id="531466"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31479" name="AutoShape 23">
            <a:extLst>
              <a:ext uri="{FF2B5EF4-FFF2-40B4-BE49-F238E27FC236}">
                <a16:creationId xmlns:a16="http://schemas.microsoft.com/office/drawing/2014/main" id="{049573E8-03E4-2837-5331-DC9EC599BD1C}"/>
              </a:ext>
            </a:extLst>
          </p:cNvPr>
          <p:cNvCxnSpPr>
            <a:cxnSpLocks noChangeShapeType="1"/>
            <a:stCxn id="531462" idx="6"/>
            <a:endCxn id="531460"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31480" name="AutoShape 24">
            <a:extLst>
              <a:ext uri="{FF2B5EF4-FFF2-40B4-BE49-F238E27FC236}">
                <a16:creationId xmlns:a16="http://schemas.microsoft.com/office/drawing/2014/main" id="{9F71E1A9-F439-98BD-B16C-4A08591973D8}"/>
              </a:ext>
            </a:extLst>
          </p:cNvPr>
          <p:cNvCxnSpPr>
            <a:cxnSpLocks noChangeShapeType="1"/>
            <a:stCxn id="531464" idx="6"/>
            <a:endCxn id="531461"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31481" name="AutoShape 25">
            <a:extLst>
              <a:ext uri="{FF2B5EF4-FFF2-40B4-BE49-F238E27FC236}">
                <a16:creationId xmlns:a16="http://schemas.microsoft.com/office/drawing/2014/main" id="{357FE82C-35AE-6F76-D639-823CC3EDB148}"/>
              </a:ext>
            </a:extLst>
          </p:cNvPr>
          <p:cNvCxnSpPr>
            <a:cxnSpLocks noChangeShapeType="1"/>
            <a:stCxn id="531460" idx="5"/>
            <a:endCxn id="531461"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31482" name="Text Box 26">
            <a:extLst>
              <a:ext uri="{FF2B5EF4-FFF2-40B4-BE49-F238E27FC236}">
                <a16:creationId xmlns:a16="http://schemas.microsoft.com/office/drawing/2014/main" id="{C19A4786-DC0B-18CF-4979-C3B66220F91F}"/>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531483" name="Text Box 27">
            <a:extLst>
              <a:ext uri="{FF2B5EF4-FFF2-40B4-BE49-F238E27FC236}">
                <a16:creationId xmlns:a16="http://schemas.microsoft.com/office/drawing/2014/main" id="{EC2071A2-6A9A-6763-AC7F-D0D63C0EC2FA}"/>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531484" name="Text Box 28">
            <a:extLst>
              <a:ext uri="{FF2B5EF4-FFF2-40B4-BE49-F238E27FC236}">
                <a16:creationId xmlns:a16="http://schemas.microsoft.com/office/drawing/2014/main" id="{DD530E9B-3F1E-7740-3B08-A5CDE41E58D6}"/>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531485" name="Text Box 29">
            <a:extLst>
              <a:ext uri="{FF2B5EF4-FFF2-40B4-BE49-F238E27FC236}">
                <a16:creationId xmlns:a16="http://schemas.microsoft.com/office/drawing/2014/main" id="{742EE22A-EB2C-BB88-C62F-777B1A6E3AF8}"/>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531486" name="Text Box 30">
            <a:extLst>
              <a:ext uri="{FF2B5EF4-FFF2-40B4-BE49-F238E27FC236}">
                <a16:creationId xmlns:a16="http://schemas.microsoft.com/office/drawing/2014/main" id="{4C9A674E-B4A3-E02A-2D5F-3270BE4B9A76}"/>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531487" name="Text Box 31">
            <a:extLst>
              <a:ext uri="{FF2B5EF4-FFF2-40B4-BE49-F238E27FC236}">
                <a16:creationId xmlns:a16="http://schemas.microsoft.com/office/drawing/2014/main" id="{8C2431BC-E4C2-0422-B782-F318F4E5EE9A}"/>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531488" name="Text Box 32">
            <a:extLst>
              <a:ext uri="{FF2B5EF4-FFF2-40B4-BE49-F238E27FC236}">
                <a16:creationId xmlns:a16="http://schemas.microsoft.com/office/drawing/2014/main" id="{9CE10DE8-8242-5C88-EABB-D07B672F1373}"/>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531489" name="Text Box 33">
            <a:extLst>
              <a:ext uri="{FF2B5EF4-FFF2-40B4-BE49-F238E27FC236}">
                <a16:creationId xmlns:a16="http://schemas.microsoft.com/office/drawing/2014/main" id="{C2C0750D-D984-75D7-0ECB-FE4160972B11}"/>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531490" name="Text Box 34">
            <a:extLst>
              <a:ext uri="{FF2B5EF4-FFF2-40B4-BE49-F238E27FC236}">
                <a16:creationId xmlns:a16="http://schemas.microsoft.com/office/drawing/2014/main" id="{B860028C-7B28-E979-12C0-69F0F677CA51}"/>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531491" name="Text Box 35">
            <a:extLst>
              <a:ext uri="{FF2B5EF4-FFF2-40B4-BE49-F238E27FC236}">
                <a16:creationId xmlns:a16="http://schemas.microsoft.com/office/drawing/2014/main" id="{12D52BFA-C056-DBEB-AD83-54699E05C90E}"/>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531492" name="Text Box 36">
            <a:extLst>
              <a:ext uri="{FF2B5EF4-FFF2-40B4-BE49-F238E27FC236}">
                <a16:creationId xmlns:a16="http://schemas.microsoft.com/office/drawing/2014/main" id="{F3A9AD0E-B617-322D-40BB-9D5BA4A43AAC}"/>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531493" name="Text Box 37">
            <a:extLst>
              <a:ext uri="{FF2B5EF4-FFF2-40B4-BE49-F238E27FC236}">
                <a16:creationId xmlns:a16="http://schemas.microsoft.com/office/drawing/2014/main" id="{C600C6EE-B377-97FB-5CB1-F0B38189B87A}"/>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531494" name="Text Box 38">
            <a:extLst>
              <a:ext uri="{FF2B5EF4-FFF2-40B4-BE49-F238E27FC236}">
                <a16:creationId xmlns:a16="http://schemas.microsoft.com/office/drawing/2014/main" id="{B934617B-88C9-CEDB-1643-DECF0F05D59B}"/>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31495" name="Text Box 39">
            <a:extLst>
              <a:ext uri="{FF2B5EF4-FFF2-40B4-BE49-F238E27FC236}">
                <a16:creationId xmlns:a16="http://schemas.microsoft.com/office/drawing/2014/main" id="{AD163B8D-8CB9-4FF4-5508-03266F02423E}"/>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531496" name="Text Box 40">
            <a:extLst>
              <a:ext uri="{FF2B5EF4-FFF2-40B4-BE49-F238E27FC236}">
                <a16:creationId xmlns:a16="http://schemas.microsoft.com/office/drawing/2014/main" id="{79035A66-76DF-571F-8E61-493E04022210}"/>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A3620C6A-0360-5FA8-308E-3BAD7CB8D2DB}"/>
              </a:ext>
            </a:extLst>
          </p:cNvPr>
          <p:cNvSpPr>
            <a:spLocks noGrp="1"/>
          </p:cNvSpPr>
          <p:nvPr>
            <p:ph type="sldNum" sz="quarter" idx="10"/>
          </p:nvPr>
        </p:nvSpPr>
        <p:spPr/>
        <p:txBody>
          <a:bodyPr/>
          <a:lstStyle/>
          <a:p>
            <a:fld id="{52D52A4E-9F4D-4A31-91D2-218DD9C430F8}" type="slidenum">
              <a:rPr lang="en-US" altLang="en-US"/>
              <a:pPr/>
              <a:t>26</a:t>
            </a:fld>
            <a:endParaRPr lang="en-US" altLang="en-US" sz="1400"/>
          </a:p>
        </p:txBody>
      </p:sp>
      <p:sp>
        <p:nvSpPr>
          <p:cNvPr id="663554" name="Rectangle 2">
            <a:extLst>
              <a:ext uri="{FF2B5EF4-FFF2-40B4-BE49-F238E27FC236}">
                <a16:creationId xmlns:a16="http://schemas.microsoft.com/office/drawing/2014/main" id="{29389146-58F7-BA43-5171-8941213D7A35}"/>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663555" name="Oval 3">
            <a:extLst>
              <a:ext uri="{FF2B5EF4-FFF2-40B4-BE49-F238E27FC236}">
                <a16:creationId xmlns:a16="http://schemas.microsoft.com/office/drawing/2014/main" id="{710EEC6A-0896-4DD9-806A-63262FF0B4F3}"/>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663556" name="Oval 4">
            <a:extLst>
              <a:ext uri="{FF2B5EF4-FFF2-40B4-BE49-F238E27FC236}">
                <a16:creationId xmlns:a16="http://schemas.microsoft.com/office/drawing/2014/main" id="{0310868F-85C5-2BF1-D5EC-520CBA643983}"/>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663557" name="Oval 5">
            <a:extLst>
              <a:ext uri="{FF2B5EF4-FFF2-40B4-BE49-F238E27FC236}">
                <a16:creationId xmlns:a16="http://schemas.microsoft.com/office/drawing/2014/main" id="{8FF00859-2EAB-4A6D-F100-1163FE2A6406}"/>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663558" name="Oval 6">
            <a:extLst>
              <a:ext uri="{FF2B5EF4-FFF2-40B4-BE49-F238E27FC236}">
                <a16:creationId xmlns:a16="http://schemas.microsoft.com/office/drawing/2014/main" id="{41C81444-BFCF-5311-43D9-6AE8FB1E644B}"/>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663559" name="Oval 7">
            <a:extLst>
              <a:ext uri="{FF2B5EF4-FFF2-40B4-BE49-F238E27FC236}">
                <a16:creationId xmlns:a16="http://schemas.microsoft.com/office/drawing/2014/main" id="{E20FF71E-E388-6A44-8489-A2E0ACE3C46D}"/>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663560" name="Oval 8">
            <a:extLst>
              <a:ext uri="{FF2B5EF4-FFF2-40B4-BE49-F238E27FC236}">
                <a16:creationId xmlns:a16="http://schemas.microsoft.com/office/drawing/2014/main" id="{DB97746E-9457-EF98-BDEB-1937CA1CD448}"/>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663561" name="Oval 9">
            <a:extLst>
              <a:ext uri="{FF2B5EF4-FFF2-40B4-BE49-F238E27FC236}">
                <a16:creationId xmlns:a16="http://schemas.microsoft.com/office/drawing/2014/main" id="{E4B33099-6B80-E0A1-8E74-9E3E26A6660E}"/>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663562" name="Oval 10">
            <a:extLst>
              <a:ext uri="{FF2B5EF4-FFF2-40B4-BE49-F238E27FC236}">
                <a16:creationId xmlns:a16="http://schemas.microsoft.com/office/drawing/2014/main" id="{C5CE416B-1C69-2553-4F9B-7FED186D4C49}"/>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663563" name="AutoShape 11">
            <a:extLst>
              <a:ext uri="{FF2B5EF4-FFF2-40B4-BE49-F238E27FC236}">
                <a16:creationId xmlns:a16="http://schemas.microsoft.com/office/drawing/2014/main" id="{65A24EEB-20C3-AA6B-A7AD-BFC0913CD52A}"/>
              </a:ext>
            </a:extLst>
          </p:cNvPr>
          <p:cNvCxnSpPr>
            <a:cxnSpLocks noChangeShapeType="1"/>
            <a:stCxn id="663555" idx="7"/>
            <a:endCxn id="663558" idx="2"/>
          </p:cNvCxnSpPr>
          <p:nvPr/>
        </p:nvCxnSpPr>
        <p:spPr bwMode="auto">
          <a:xfrm flipV="1">
            <a:off x="2081213" y="3057526"/>
            <a:ext cx="1511300" cy="379413"/>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3564" name="AutoShape 12">
            <a:extLst>
              <a:ext uri="{FF2B5EF4-FFF2-40B4-BE49-F238E27FC236}">
                <a16:creationId xmlns:a16="http://schemas.microsoft.com/office/drawing/2014/main" id="{D3BE163A-C1CF-10BC-4F8E-5409E55845EF}"/>
              </a:ext>
            </a:extLst>
          </p:cNvPr>
          <p:cNvCxnSpPr>
            <a:cxnSpLocks noChangeShapeType="1"/>
            <a:stCxn id="663555" idx="6"/>
            <a:endCxn id="663559" idx="1"/>
          </p:cNvCxnSpPr>
          <p:nvPr/>
        </p:nvCxnSpPr>
        <p:spPr bwMode="auto">
          <a:xfrm>
            <a:off x="2133600" y="3551239"/>
            <a:ext cx="2317750" cy="56197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3565" name="AutoShape 13">
            <a:extLst>
              <a:ext uri="{FF2B5EF4-FFF2-40B4-BE49-F238E27FC236}">
                <a16:creationId xmlns:a16="http://schemas.microsoft.com/office/drawing/2014/main" id="{6509F938-4C98-49E2-1DF1-D0CABDA49E5C}"/>
              </a:ext>
            </a:extLst>
          </p:cNvPr>
          <p:cNvCxnSpPr>
            <a:cxnSpLocks noChangeShapeType="1"/>
            <a:stCxn id="663555" idx="5"/>
            <a:endCxn id="663560"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3566" name="AutoShape 14">
            <a:extLst>
              <a:ext uri="{FF2B5EF4-FFF2-40B4-BE49-F238E27FC236}">
                <a16:creationId xmlns:a16="http://schemas.microsoft.com/office/drawing/2014/main" id="{4723BE1A-B4BB-8A21-99C3-F5262E6DEC4C}"/>
              </a:ext>
            </a:extLst>
          </p:cNvPr>
          <p:cNvCxnSpPr>
            <a:cxnSpLocks noChangeShapeType="1"/>
            <a:stCxn id="663559" idx="7"/>
            <a:endCxn id="663556"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3567" name="AutoShape 15">
            <a:extLst>
              <a:ext uri="{FF2B5EF4-FFF2-40B4-BE49-F238E27FC236}">
                <a16:creationId xmlns:a16="http://schemas.microsoft.com/office/drawing/2014/main" id="{879D9810-CFF8-C7E9-46C1-95E3C0277014}"/>
              </a:ext>
            </a:extLst>
          </p:cNvPr>
          <p:cNvCxnSpPr>
            <a:cxnSpLocks noChangeShapeType="1"/>
            <a:stCxn id="663561" idx="7"/>
            <a:endCxn id="663556" idx="4"/>
          </p:cNvCxnSpPr>
          <p:nvPr/>
        </p:nvCxnSpPr>
        <p:spPr bwMode="auto">
          <a:xfrm flipV="1">
            <a:off x="8805863" y="3216275"/>
            <a:ext cx="836612" cy="12461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3568" name="AutoShape 16">
            <a:extLst>
              <a:ext uri="{FF2B5EF4-FFF2-40B4-BE49-F238E27FC236}">
                <a16:creationId xmlns:a16="http://schemas.microsoft.com/office/drawing/2014/main" id="{7A5CCA2A-119A-7CC6-EA6E-B4CA4D8C0657}"/>
              </a:ext>
            </a:extLst>
          </p:cNvPr>
          <p:cNvCxnSpPr>
            <a:cxnSpLocks noChangeShapeType="1"/>
            <a:stCxn id="663559" idx="5"/>
            <a:endCxn id="663562"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3569" name="AutoShape 17">
            <a:extLst>
              <a:ext uri="{FF2B5EF4-FFF2-40B4-BE49-F238E27FC236}">
                <a16:creationId xmlns:a16="http://schemas.microsoft.com/office/drawing/2014/main" id="{1C7707FD-CEC5-63BA-9EC5-6DCF14A0903C}"/>
              </a:ext>
            </a:extLst>
          </p:cNvPr>
          <p:cNvCxnSpPr>
            <a:cxnSpLocks noChangeShapeType="1"/>
            <a:stCxn id="663562" idx="5"/>
            <a:endCxn id="663557"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3570" name="AutoShape 18">
            <a:extLst>
              <a:ext uri="{FF2B5EF4-FFF2-40B4-BE49-F238E27FC236}">
                <a16:creationId xmlns:a16="http://schemas.microsoft.com/office/drawing/2014/main" id="{46877B17-6CD0-550E-94B1-B5F7E398BBE4}"/>
              </a:ext>
            </a:extLst>
          </p:cNvPr>
          <p:cNvCxnSpPr>
            <a:cxnSpLocks noChangeShapeType="1"/>
            <a:stCxn id="663562" idx="6"/>
            <a:endCxn id="663561"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3571" name="AutoShape 19">
            <a:extLst>
              <a:ext uri="{FF2B5EF4-FFF2-40B4-BE49-F238E27FC236}">
                <a16:creationId xmlns:a16="http://schemas.microsoft.com/office/drawing/2014/main" id="{98A2A528-FE11-9D98-9367-BF8076728DD9}"/>
              </a:ext>
            </a:extLst>
          </p:cNvPr>
          <p:cNvCxnSpPr>
            <a:cxnSpLocks noChangeShapeType="1"/>
            <a:stCxn id="663561" idx="4"/>
            <a:endCxn id="663557" idx="1"/>
          </p:cNvCxnSpPr>
          <p:nvPr/>
        </p:nvCxnSpPr>
        <p:spPr bwMode="auto">
          <a:xfrm>
            <a:off x="8699501" y="4735514"/>
            <a:ext cx="1147763" cy="12080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3572" name="AutoShape 20">
            <a:extLst>
              <a:ext uri="{FF2B5EF4-FFF2-40B4-BE49-F238E27FC236}">
                <a16:creationId xmlns:a16="http://schemas.microsoft.com/office/drawing/2014/main" id="{534725AC-3D97-3BD1-D23C-F05F58F051BD}"/>
              </a:ext>
            </a:extLst>
          </p:cNvPr>
          <p:cNvCxnSpPr>
            <a:cxnSpLocks noChangeShapeType="1"/>
            <a:stCxn id="663556" idx="3"/>
            <a:endCxn id="663562" idx="7"/>
          </p:cNvCxnSpPr>
          <p:nvPr/>
        </p:nvCxnSpPr>
        <p:spPr bwMode="auto">
          <a:xfrm flipH="1">
            <a:off x="6070601" y="3171825"/>
            <a:ext cx="3465513" cy="163353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3573" name="AutoShape 21">
            <a:extLst>
              <a:ext uri="{FF2B5EF4-FFF2-40B4-BE49-F238E27FC236}">
                <a16:creationId xmlns:a16="http://schemas.microsoft.com/office/drawing/2014/main" id="{7500AA5E-A608-0F8B-C50A-841927408684}"/>
              </a:ext>
            </a:extLst>
          </p:cNvPr>
          <p:cNvCxnSpPr>
            <a:cxnSpLocks noChangeShapeType="1"/>
            <a:stCxn id="663559" idx="4"/>
            <a:endCxn id="663560" idx="7"/>
          </p:cNvCxnSpPr>
          <p:nvPr/>
        </p:nvCxnSpPr>
        <p:spPr bwMode="auto">
          <a:xfrm flipH="1">
            <a:off x="3919539" y="4386263"/>
            <a:ext cx="638175" cy="16700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3574" name="AutoShape 22">
            <a:extLst>
              <a:ext uri="{FF2B5EF4-FFF2-40B4-BE49-F238E27FC236}">
                <a16:creationId xmlns:a16="http://schemas.microsoft.com/office/drawing/2014/main" id="{278C9A34-1653-D4FC-813C-DF56C6141EE3}"/>
              </a:ext>
            </a:extLst>
          </p:cNvPr>
          <p:cNvCxnSpPr>
            <a:cxnSpLocks noChangeShapeType="1"/>
            <a:stCxn id="663560" idx="6"/>
            <a:endCxn id="663562"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3575" name="AutoShape 23">
            <a:extLst>
              <a:ext uri="{FF2B5EF4-FFF2-40B4-BE49-F238E27FC236}">
                <a16:creationId xmlns:a16="http://schemas.microsoft.com/office/drawing/2014/main" id="{8449CB20-E37C-EE95-4C10-747BB5882293}"/>
              </a:ext>
            </a:extLst>
          </p:cNvPr>
          <p:cNvCxnSpPr>
            <a:cxnSpLocks noChangeShapeType="1"/>
            <a:stCxn id="663558" idx="6"/>
            <a:endCxn id="663556"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3576" name="AutoShape 24">
            <a:extLst>
              <a:ext uri="{FF2B5EF4-FFF2-40B4-BE49-F238E27FC236}">
                <a16:creationId xmlns:a16="http://schemas.microsoft.com/office/drawing/2014/main" id="{1B15A8DF-E20E-2A7A-E04F-1824C92BA5C9}"/>
              </a:ext>
            </a:extLst>
          </p:cNvPr>
          <p:cNvCxnSpPr>
            <a:cxnSpLocks noChangeShapeType="1"/>
            <a:stCxn id="663560" idx="6"/>
            <a:endCxn id="663557"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3577" name="AutoShape 25">
            <a:extLst>
              <a:ext uri="{FF2B5EF4-FFF2-40B4-BE49-F238E27FC236}">
                <a16:creationId xmlns:a16="http://schemas.microsoft.com/office/drawing/2014/main" id="{AFB62883-2086-69EB-6BE7-50417B53F7F3}"/>
              </a:ext>
            </a:extLst>
          </p:cNvPr>
          <p:cNvCxnSpPr>
            <a:cxnSpLocks noChangeShapeType="1"/>
            <a:stCxn id="663556" idx="5"/>
            <a:endCxn id="663557"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63578" name="Text Box 26">
            <a:extLst>
              <a:ext uri="{FF2B5EF4-FFF2-40B4-BE49-F238E27FC236}">
                <a16:creationId xmlns:a16="http://schemas.microsoft.com/office/drawing/2014/main" id="{84AAB6DB-F7EA-0FED-CA91-523B67CCD238}"/>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663579" name="Text Box 27">
            <a:extLst>
              <a:ext uri="{FF2B5EF4-FFF2-40B4-BE49-F238E27FC236}">
                <a16:creationId xmlns:a16="http://schemas.microsoft.com/office/drawing/2014/main" id="{456EADE9-CBD1-6E70-043E-F6277FCBA82E}"/>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663580" name="Text Box 28">
            <a:extLst>
              <a:ext uri="{FF2B5EF4-FFF2-40B4-BE49-F238E27FC236}">
                <a16:creationId xmlns:a16="http://schemas.microsoft.com/office/drawing/2014/main" id="{C68BD7F1-E696-D384-44CB-68EF5EF112D4}"/>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663581" name="Text Box 29">
            <a:extLst>
              <a:ext uri="{FF2B5EF4-FFF2-40B4-BE49-F238E27FC236}">
                <a16:creationId xmlns:a16="http://schemas.microsoft.com/office/drawing/2014/main" id="{E92BF18F-8E06-E7D2-E4D7-53299124A024}"/>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663582" name="Text Box 30">
            <a:extLst>
              <a:ext uri="{FF2B5EF4-FFF2-40B4-BE49-F238E27FC236}">
                <a16:creationId xmlns:a16="http://schemas.microsoft.com/office/drawing/2014/main" id="{4AD5D09B-2209-3EA5-7965-E2D72245E74D}"/>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663583" name="Text Box 31">
            <a:extLst>
              <a:ext uri="{FF2B5EF4-FFF2-40B4-BE49-F238E27FC236}">
                <a16:creationId xmlns:a16="http://schemas.microsoft.com/office/drawing/2014/main" id="{1D6C9AAC-4595-353A-608C-D0C26A4EDAE0}"/>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663584" name="Text Box 32">
            <a:extLst>
              <a:ext uri="{FF2B5EF4-FFF2-40B4-BE49-F238E27FC236}">
                <a16:creationId xmlns:a16="http://schemas.microsoft.com/office/drawing/2014/main" id="{F76B8EBD-7F86-B90E-43DD-6D1DC906A02D}"/>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663585" name="Text Box 33">
            <a:extLst>
              <a:ext uri="{FF2B5EF4-FFF2-40B4-BE49-F238E27FC236}">
                <a16:creationId xmlns:a16="http://schemas.microsoft.com/office/drawing/2014/main" id="{43DF64AE-2A2A-2DA0-ED75-D0C96911C9ED}"/>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663586" name="Text Box 34">
            <a:extLst>
              <a:ext uri="{FF2B5EF4-FFF2-40B4-BE49-F238E27FC236}">
                <a16:creationId xmlns:a16="http://schemas.microsoft.com/office/drawing/2014/main" id="{0D785742-D6D3-7877-EF15-12460A20838B}"/>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663587" name="Text Box 35">
            <a:extLst>
              <a:ext uri="{FF2B5EF4-FFF2-40B4-BE49-F238E27FC236}">
                <a16:creationId xmlns:a16="http://schemas.microsoft.com/office/drawing/2014/main" id="{A06D4E99-16D6-E72F-4B47-2841394E1D37}"/>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663588" name="Text Box 36">
            <a:extLst>
              <a:ext uri="{FF2B5EF4-FFF2-40B4-BE49-F238E27FC236}">
                <a16:creationId xmlns:a16="http://schemas.microsoft.com/office/drawing/2014/main" id="{3AE9D12B-92D0-DE55-83F5-93E57B4C93DB}"/>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663589" name="Text Box 37">
            <a:extLst>
              <a:ext uri="{FF2B5EF4-FFF2-40B4-BE49-F238E27FC236}">
                <a16:creationId xmlns:a16="http://schemas.microsoft.com/office/drawing/2014/main" id="{DD061F5F-74C4-64B2-6269-317A88796C50}"/>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663590" name="Text Box 38">
            <a:extLst>
              <a:ext uri="{FF2B5EF4-FFF2-40B4-BE49-F238E27FC236}">
                <a16:creationId xmlns:a16="http://schemas.microsoft.com/office/drawing/2014/main" id="{61FDF6DC-1812-53B2-5CDB-7DD0F95D09DE}"/>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63591" name="Text Box 39">
            <a:extLst>
              <a:ext uri="{FF2B5EF4-FFF2-40B4-BE49-F238E27FC236}">
                <a16:creationId xmlns:a16="http://schemas.microsoft.com/office/drawing/2014/main" id="{1A7716DC-163C-5BE2-E472-30FCECFB9FE6}"/>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663592" name="Text Box 40">
            <a:extLst>
              <a:ext uri="{FF2B5EF4-FFF2-40B4-BE49-F238E27FC236}">
                <a16:creationId xmlns:a16="http://schemas.microsoft.com/office/drawing/2014/main" id="{A396883F-00AB-BAC6-CC05-E639CB67768C}"/>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63594" name="Text Box 42">
            <a:extLst>
              <a:ext uri="{FF2B5EF4-FFF2-40B4-BE49-F238E27FC236}">
                <a16:creationId xmlns:a16="http://schemas.microsoft.com/office/drawing/2014/main" id="{FE50F20F-CD50-5B86-E883-F82EA40AB36E}"/>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( 2, 5, 6, 6, 9, 11, 14, 14, 16, 18, 19, 20, 23, 30, 44 )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E21A2012-8456-D4A2-E7CF-BBAFB7FD912F}"/>
              </a:ext>
            </a:extLst>
          </p:cNvPr>
          <p:cNvSpPr>
            <a:spLocks noGrp="1"/>
          </p:cNvSpPr>
          <p:nvPr>
            <p:ph type="sldNum" sz="quarter" idx="10"/>
          </p:nvPr>
        </p:nvSpPr>
        <p:spPr/>
        <p:txBody>
          <a:bodyPr/>
          <a:lstStyle/>
          <a:p>
            <a:fld id="{26A4AC2B-E3A6-479B-ABB0-C4E851F21ACD}" type="slidenum">
              <a:rPr lang="en-US" altLang="en-US"/>
              <a:pPr/>
              <a:t>27</a:t>
            </a:fld>
            <a:endParaRPr lang="en-US" altLang="en-US" sz="1400"/>
          </a:p>
        </p:txBody>
      </p:sp>
      <p:sp>
        <p:nvSpPr>
          <p:cNvPr id="664578" name="Rectangle 2">
            <a:extLst>
              <a:ext uri="{FF2B5EF4-FFF2-40B4-BE49-F238E27FC236}">
                <a16:creationId xmlns:a16="http://schemas.microsoft.com/office/drawing/2014/main" id="{08C69B09-0FEA-8638-A949-BF4112587DB9}"/>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664579" name="Oval 3">
            <a:extLst>
              <a:ext uri="{FF2B5EF4-FFF2-40B4-BE49-F238E27FC236}">
                <a16:creationId xmlns:a16="http://schemas.microsoft.com/office/drawing/2014/main" id="{08727608-7150-19B1-E8E0-D5E7AFC7EB51}"/>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664580" name="Oval 4">
            <a:extLst>
              <a:ext uri="{FF2B5EF4-FFF2-40B4-BE49-F238E27FC236}">
                <a16:creationId xmlns:a16="http://schemas.microsoft.com/office/drawing/2014/main" id="{9B50E3C3-479A-1D42-3DAB-0CF57EFC0502}"/>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664581" name="Oval 5">
            <a:extLst>
              <a:ext uri="{FF2B5EF4-FFF2-40B4-BE49-F238E27FC236}">
                <a16:creationId xmlns:a16="http://schemas.microsoft.com/office/drawing/2014/main" id="{CE22B347-5526-6C2B-40D3-8C7B57B2DC5F}"/>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664582" name="Oval 6">
            <a:extLst>
              <a:ext uri="{FF2B5EF4-FFF2-40B4-BE49-F238E27FC236}">
                <a16:creationId xmlns:a16="http://schemas.microsoft.com/office/drawing/2014/main" id="{00A5156C-EB5F-4529-BB24-2E749FAEDAB2}"/>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664583" name="Oval 7">
            <a:extLst>
              <a:ext uri="{FF2B5EF4-FFF2-40B4-BE49-F238E27FC236}">
                <a16:creationId xmlns:a16="http://schemas.microsoft.com/office/drawing/2014/main" id="{7692D080-2633-FF82-A86A-8FD02D77933A}"/>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664584" name="Oval 8">
            <a:extLst>
              <a:ext uri="{FF2B5EF4-FFF2-40B4-BE49-F238E27FC236}">
                <a16:creationId xmlns:a16="http://schemas.microsoft.com/office/drawing/2014/main" id="{655872E2-6C2C-AD04-941A-8053C49357F8}"/>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664585" name="Oval 9">
            <a:extLst>
              <a:ext uri="{FF2B5EF4-FFF2-40B4-BE49-F238E27FC236}">
                <a16:creationId xmlns:a16="http://schemas.microsoft.com/office/drawing/2014/main" id="{AF6FAF18-1E9E-DE63-93CA-FE21B29016FB}"/>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664586" name="Oval 10">
            <a:extLst>
              <a:ext uri="{FF2B5EF4-FFF2-40B4-BE49-F238E27FC236}">
                <a16:creationId xmlns:a16="http://schemas.microsoft.com/office/drawing/2014/main" id="{9172635A-94A5-63A4-18DB-EA44F55105EC}"/>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664587" name="AutoShape 11">
            <a:extLst>
              <a:ext uri="{FF2B5EF4-FFF2-40B4-BE49-F238E27FC236}">
                <a16:creationId xmlns:a16="http://schemas.microsoft.com/office/drawing/2014/main" id="{70E8C42B-1DEF-4E6B-2256-8FCBD773D2AA}"/>
              </a:ext>
            </a:extLst>
          </p:cNvPr>
          <p:cNvCxnSpPr>
            <a:cxnSpLocks noChangeShapeType="1"/>
            <a:stCxn id="664579" idx="7"/>
            <a:endCxn id="664582" idx="2"/>
          </p:cNvCxnSpPr>
          <p:nvPr/>
        </p:nvCxnSpPr>
        <p:spPr bwMode="auto">
          <a:xfrm flipV="1">
            <a:off x="2081213" y="3057526"/>
            <a:ext cx="1511300" cy="379413"/>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4588" name="AutoShape 12">
            <a:extLst>
              <a:ext uri="{FF2B5EF4-FFF2-40B4-BE49-F238E27FC236}">
                <a16:creationId xmlns:a16="http://schemas.microsoft.com/office/drawing/2014/main" id="{3C0BCB61-ACE4-72EE-D560-832D82A456FE}"/>
              </a:ext>
            </a:extLst>
          </p:cNvPr>
          <p:cNvCxnSpPr>
            <a:cxnSpLocks noChangeShapeType="1"/>
            <a:stCxn id="664579" idx="6"/>
            <a:endCxn id="664583" idx="1"/>
          </p:cNvCxnSpPr>
          <p:nvPr/>
        </p:nvCxnSpPr>
        <p:spPr bwMode="auto">
          <a:xfrm>
            <a:off x="2133600" y="3551239"/>
            <a:ext cx="2317750" cy="56197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4589" name="AutoShape 13">
            <a:extLst>
              <a:ext uri="{FF2B5EF4-FFF2-40B4-BE49-F238E27FC236}">
                <a16:creationId xmlns:a16="http://schemas.microsoft.com/office/drawing/2014/main" id="{64357F3B-D966-ECA0-D948-A744B34E6253}"/>
              </a:ext>
            </a:extLst>
          </p:cNvPr>
          <p:cNvCxnSpPr>
            <a:cxnSpLocks noChangeShapeType="1"/>
            <a:stCxn id="664579" idx="5"/>
            <a:endCxn id="664584"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4590" name="AutoShape 14">
            <a:extLst>
              <a:ext uri="{FF2B5EF4-FFF2-40B4-BE49-F238E27FC236}">
                <a16:creationId xmlns:a16="http://schemas.microsoft.com/office/drawing/2014/main" id="{291D25EC-6F95-1D0E-2580-042422B6952A}"/>
              </a:ext>
            </a:extLst>
          </p:cNvPr>
          <p:cNvCxnSpPr>
            <a:cxnSpLocks noChangeShapeType="1"/>
            <a:stCxn id="664583" idx="7"/>
            <a:endCxn id="664580"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4591" name="AutoShape 15">
            <a:extLst>
              <a:ext uri="{FF2B5EF4-FFF2-40B4-BE49-F238E27FC236}">
                <a16:creationId xmlns:a16="http://schemas.microsoft.com/office/drawing/2014/main" id="{DB928C2E-7FB6-C0D5-2BB3-A2BBFC7387C0}"/>
              </a:ext>
            </a:extLst>
          </p:cNvPr>
          <p:cNvCxnSpPr>
            <a:cxnSpLocks noChangeShapeType="1"/>
            <a:stCxn id="664585" idx="7"/>
            <a:endCxn id="664580" idx="4"/>
          </p:cNvCxnSpPr>
          <p:nvPr/>
        </p:nvCxnSpPr>
        <p:spPr bwMode="auto">
          <a:xfrm flipV="1">
            <a:off x="8805863" y="3216275"/>
            <a:ext cx="836612" cy="12461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4592" name="AutoShape 16">
            <a:extLst>
              <a:ext uri="{FF2B5EF4-FFF2-40B4-BE49-F238E27FC236}">
                <a16:creationId xmlns:a16="http://schemas.microsoft.com/office/drawing/2014/main" id="{16D3F574-E8E1-D608-8BC9-FAF7EBC66DC7}"/>
              </a:ext>
            </a:extLst>
          </p:cNvPr>
          <p:cNvCxnSpPr>
            <a:cxnSpLocks noChangeShapeType="1"/>
            <a:stCxn id="664583" idx="5"/>
            <a:endCxn id="664586"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4593" name="AutoShape 17">
            <a:extLst>
              <a:ext uri="{FF2B5EF4-FFF2-40B4-BE49-F238E27FC236}">
                <a16:creationId xmlns:a16="http://schemas.microsoft.com/office/drawing/2014/main" id="{6403E144-141C-B6D3-8AE9-297832CF93B3}"/>
              </a:ext>
            </a:extLst>
          </p:cNvPr>
          <p:cNvCxnSpPr>
            <a:cxnSpLocks noChangeShapeType="1"/>
            <a:stCxn id="664586" idx="5"/>
            <a:endCxn id="664581"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4594" name="AutoShape 18">
            <a:extLst>
              <a:ext uri="{FF2B5EF4-FFF2-40B4-BE49-F238E27FC236}">
                <a16:creationId xmlns:a16="http://schemas.microsoft.com/office/drawing/2014/main" id="{3EE2507E-CA5C-5F66-EAF2-D8919A79DEBB}"/>
              </a:ext>
            </a:extLst>
          </p:cNvPr>
          <p:cNvCxnSpPr>
            <a:cxnSpLocks noChangeShapeType="1"/>
            <a:stCxn id="664586" idx="6"/>
            <a:endCxn id="664585"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4595" name="AutoShape 19">
            <a:extLst>
              <a:ext uri="{FF2B5EF4-FFF2-40B4-BE49-F238E27FC236}">
                <a16:creationId xmlns:a16="http://schemas.microsoft.com/office/drawing/2014/main" id="{BDB4CEE3-FC1F-3590-8F5D-ED48D5FB0D8A}"/>
              </a:ext>
            </a:extLst>
          </p:cNvPr>
          <p:cNvCxnSpPr>
            <a:cxnSpLocks noChangeShapeType="1"/>
            <a:stCxn id="664585" idx="4"/>
            <a:endCxn id="664581" idx="1"/>
          </p:cNvCxnSpPr>
          <p:nvPr/>
        </p:nvCxnSpPr>
        <p:spPr bwMode="auto">
          <a:xfrm>
            <a:off x="8699501" y="4735514"/>
            <a:ext cx="1147763" cy="12080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4596" name="AutoShape 20">
            <a:extLst>
              <a:ext uri="{FF2B5EF4-FFF2-40B4-BE49-F238E27FC236}">
                <a16:creationId xmlns:a16="http://schemas.microsoft.com/office/drawing/2014/main" id="{D97A133F-05F8-4B1F-F7BB-D13B30C6AF6E}"/>
              </a:ext>
            </a:extLst>
          </p:cNvPr>
          <p:cNvCxnSpPr>
            <a:cxnSpLocks noChangeShapeType="1"/>
            <a:stCxn id="664580" idx="3"/>
            <a:endCxn id="664586" idx="7"/>
          </p:cNvCxnSpPr>
          <p:nvPr/>
        </p:nvCxnSpPr>
        <p:spPr bwMode="auto">
          <a:xfrm flipH="1">
            <a:off x="6070601" y="3171825"/>
            <a:ext cx="3465513" cy="163353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4597" name="AutoShape 21">
            <a:extLst>
              <a:ext uri="{FF2B5EF4-FFF2-40B4-BE49-F238E27FC236}">
                <a16:creationId xmlns:a16="http://schemas.microsoft.com/office/drawing/2014/main" id="{1E5F22F6-59FC-EEC5-133A-D439A2C33091}"/>
              </a:ext>
            </a:extLst>
          </p:cNvPr>
          <p:cNvCxnSpPr>
            <a:cxnSpLocks noChangeShapeType="1"/>
            <a:stCxn id="664583" idx="4"/>
            <a:endCxn id="664584" idx="7"/>
          </p:cNvCxnSpPr>
          <p:nvPr/>
        </p:nvCxnSpPr>
        <p:spPr bwMode="auto">
          <a:xfrm flipH="1">
            <a:off x="3919539" y="4386263"/>
            <a:ext cx="638175" cy="16700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4598" name="AutoShape 22">
            <a:extLst>
              <a:ext uri="{FF2B5EF4-FFF2-40B4-BE49-F238E27FC236}">
                <a16:creationId xmlns:a16="http://schemas.microsoft.com/office/drawing/2014/main" id="{EA9DB3E7-6103-B570-18E0-6D0EF46FBCC4}"/>
              </a:ext>
            </a:extLst>
          </p:cNvPr>
          <p:cNvCxnSpPr>
            <a:cxnSpLocks noChangeShapeType="1"/>
            <a:stCxn id="664584" idx="6"/>
            <a:endCxn id="664586"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4599" name="AutoShape 23">
            <a:extLst>
              <a:ext uri="{FF2B5EF4-FFF2-40B4-BE49-F238E27FC236}">
                <a16:creationId xmlns:a16="http://schemas.microsoft.com/office/drawing/2014/main" id="{267CA6B6-9FD6-E854-6B59-CDAFE2ED23E2}"/>
              </a:ext>
            </a:extLst>
          </p:cNvPr>
          <p:cNvCxnSpPr>
            <a:cxnSpLocks noChangeShapeType="1"/>
            <a:stCxn id="664582" idx="6"/>
            <a:endCxn id="664580"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4600" name="AutoShape 24">
            <a:extLst>
              <a:ext uri="{FF2B5EF4-FFF2-40B4-BE49-F238E27FC236}">
                <a16:creationId xmlns:a16="http://schemas.microsoft.com/office/drawing/2014/main" id="{600784A0-044D-54C8-D02D-9E669E9562F7}"/>
              </a:ext>
            </a:extLst>
          </p:cNvPr>
          <p:cNvCxnSpPr>
            <a:cxnSpLocks noChangeShapeType="1"/>
            <a:stCxn id="664584" idx="6"/>
            <a:endCxn id="664581"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4601" name="AutoShape 25">
            <a:extLst>
              <a:ext uri="{FF2B5EF4-FFF2-40B4-BE49-F238E27FC236}">
                <a16:creationId xmlns:a16="http://schemas.microsoft.com/office/drawing/2014/main" id="{54F499E9-6342-6799-7D1A-5674E0C09B82}"/>
              </a:ext>
            </a:extLst>
          </p:cNvPr>
          <p:cNvCxnSpPr>
            <a:cxnSpLocks noChangeShapeType="1"/>
            <a:stCxn id="664580" idx="5"/>
            <a:endCxn id="664581"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64602" name="Text Box 26">
            <a:extLst>
              <a:ext uri="{FF2B5EF4-FFF2-40B4-BE49-F238E27FC236}">
                <a16:creationId xmlns:a16="http://schemas.microsoft.com/office/drawing/2014/main" id="{92B6E053-FAB3-A4F4-7B7B-9D077C631A6E}"/>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664603" name="Text Box 27">
            <a:extLst>
              <a:ext uri="{FF2B5EF4-FFF2-40B4-BE49-F238E27FC236}">
                <a16:creationId xmlns:a16="http://schemas.microsoft.com/office/drawing/2014/main" id="{A34934BE-A259-E2DA-0ED6-C068999E0B3B}"/>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664604" name="Text Box 28">
            <a:extLst>
              <a:ext uri="{FF2B5EF4-FFF2-40B4-BE49-F238E27FC236}">
                <a16:creationId xmlns:a16="http://schemas.microsoft.com/office/drawing/2014/main" id="{367AE63B-9E54-D722-2315-EBA279F3C2CB}"/>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664605" name="Text Box 29">
            <a:extLst>
              <a:ext uri="{FF2B5EF4-FFF2-40B4-BE49-F238E27FC236}">
                <a16:creationId xmlns:a16="http://schemas.microsoft.com/office/drawing/2014/main" id="{529B1E9E-829A-57B1-E103-32126340B4E5}"/>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664606" name="Text Box 30">
            <a:extLst>
              <a:ext uri="{FF2B5EF4-FFF2-40B4-BE49-F238E27FC236}">
                <a16:creationId xmlns:a16="http://schemas.microsoft.com/office/drawing/2014/main" id="{3478737F-5640-E217-F2B9-13AD11530890}"/>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664607" name="Text Box 31">
            <a:extLst>
              <a:ext uri="{FF2B5EF4-FFF2-40B4-BE49-F238E27FC236}">
                <a16:creationId xmlns:a16="http://schemas.microsoft.com/office/drawing/2014/main" id="{708AB9EA-4C74-E40C-1238-6597CA48A5A2}"/>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664608" name="Text Box 32">
            <a:extLst>
              <a:ext uri="{FF2B5EF4-FFF2-40B4-BE49-F238E27FC236}">
                <a16:creationId xmlns:a16="http://schemas.microsoft.com/office/drawing/2014/main" id="{1454EE28-0A84-7D7E-A6CC-5A46C26809EE}"/>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664609" name="Text Box 33">
            <a:extLst>
              <a:ext uri="{FF2B5EF4-FFF2-40B4-BE49-F238E27FC236}">
                <a16:creationId xmlns:a16="http://schemas.microsoft.com/office/drawing/2014/main" id="{6ED23D9B-A226-90CB-27F9-36C654AFD39F}"/>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664610" name="Text Box 34">
            <a:extLst>
              <a:ext uri="{FF2B5EF4-FFF2-40B4-BE49-F238E27FC236}">
                <a16:creationId xmlns:a16="http://schemas.microsoft.com/office/drawing/2014/main" id="{49D8DFD0-1302-A2AE-2722-B1D9A86FF543}"/>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664611" name="Text Box 35">
            <a:extLst>
              <a:ext uri="{FF2B5EF4-FFF2-40B4-BE49-F238E27FC236}">
                <a16:creationId xmlns:a16="http://schemas.microsoft.com/office/drawing/2014/main" id="{F9809A80-8370-04F8-B4BD-CE364B9268F4}"/>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664612" name="Text Box 36">
            <a:extLst>
              <a:ext uri="{FF2B5EF4-FFF2-40B4-BE49-F238E27FC236}">
                <a16:creationId xmlns:a16="http://schemas.microsoft.com/office/drawing/2014/main" id="{22DD825C-4B08-CD91-0F43-875FF0FE0072}"/>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664613" name="Text Box 37">
            <a:extLst>
              <a:ext uri="{FF2B5EF4-FFF2-40B4-BE49-F238E27FC236}">
                <a16:creationId xmlns:a16="http://schemas.microsoft.com/office/drawing/2014/main" id="{6966682F-CDCD-7EDE-CA04-0D21BF1E3C5D}"/>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664614" name="Text Box 38">
            <a:extLst>
              <a:ext uri="{FF2B5EF4-FFF2-40B4-BE49-F238E27FC236}">
                <a16:creationId xmlns:a16="http://schemas.microsoft.com/office/drawing/2014/main" id="{3692D696-2F98-10B6-3D9C-AB222D03C105}"/>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64615" name="Text Box 39">
            <a:extLst>
              <a:ext uri="{FF2B5EF4-FFF2-40B4-BE49-F238E27FC236}">
                <a16:creationId xmlns:a16="http://schemas.microsoft.com/office/drawing/2014/main" id="{694E427B-6943-3515-2334-453E4D635E9F}"/>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664616" name="Text Box 40">
            <a:extLst>
              <a:ext uri="{FF2B5EF4-FFF2-40B4-BE49-F238E27FC236}">
                <a16:creationId xmlns:a16="http://schemas.microsoft.com/office/drawing/2014/main" id="{6BA0F174-9AFE-9271-16D9-DEA6BA09108B}"/>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64617" name="Text Box 41">
            <a:extLst>
              <a:ext uri="{FF2B5EF4-FFF2-40B4-BE49-F238E27FC236}">
                <a16:creationId xmlns:a16="http://schemas.microsoft.com/office/drawing/2014/main" id="{30E56C0C-E461-E423-1B84-730B27777543}"/>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( 2, 5, 6, 6, 9, 11, 14, 14, 16, 18, 19, 20, 23, 30, 44 )</a:t>
            </a:r>
          </a:p>
        </p:txBody>
      </p:sp>
      <p:sp>
        <p:nvSpPr>
          <p:cNvPr id="664618" name="Text Box 42">
            <a:extLst>
              <a:ext uri="{FF2B5EF4-FFF2-40B4-BE49-F238E27FC236}">
                <a16:creationId xmlns:a16="http://schemas.microsoft.com/office/drawing/2014/main" id="{C19080EF-6BF4-5D1D-2CE0-0643A27250DC}"/>
              </a:ext>
            </a:extLst>
          </p:cNvPr>
          <p:cNvSpPr txBox="1">
            <a:spLocks noChangeArrowheads="1"/>
          </p:cNvSpPr>
          <p:nvPr/>
        </p:nvSpPr>
        <p:spPr bwMode="auto">
          <a:xfrm>
            <a:off x="7162800" y="3200400"/>
            <a:ext cx="12779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p>
            <a:r>
              <a:rPr lang="en-US" altLang="en-US" sz="1600">
                <a:solidFill>
                  <a:schemeClr val="accent1"/>
                </a:solidFill>
              </a:rPr>
              <a:t>PQdelmin()</a:t>
            </a:r>
            <a:endParaRPr lang="en-US" altLang="en-US"/>
          </a:p>
        </p:txBody>
      </p:sp>
      <p:sp>
        <p:nvSpPr>
          <p:cNvPr id="664619" name="AutoShape 43">
            <a:extLst>
              <a:ext uri="{FF2B5EF4-FFF2-40B4-BE49-F238E27FC236}">
                <a16:creationId xmlns:a16="http://schemas.microsoft.com/office/drawing/2014/main" id="{F0210E22-DAF9-FDEA-B7F2-744C9E2DBDE1}"/>
              </a:ext>
            </a:extLst>
          </p:cNvPr>
          <p:cNvSpPr>
            <a:spLocks noChangeArrowheads="1"/>
          </p:cNvSpPr>
          <p:nvPr/>
        </p:nvSpPr>
        <p:spPr bwMode="auto">
          <a:xfrm>
            <a:off x="7620001" y="3581401"/>
            <a:ext cx="174625" cy="314325"/>
          </a:xfrm>
          <a:prstGeom prst="downArrow">
            <a:avLst>
              <a:gd name="adj1" fmla="val 50000"/>
              <a:gd name="adj2" fmla="val 45000"/>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B0CAC35C-6C9C-5BE6-D833-33F8A07207F6}"/>
              </a:ext>
            </a:extLst>
          </p:cNvPr>
          <p:cNvSpPr>
            <a:spLocks noGrp="1"/>
          </p:cNvSpPr>
          <p:nvPr>
            <p:ph type="sldNum" sz="quarter" idx="10"/>
          </p:nvPr>
        </p:nvSpPr>
        <p:spPr/>
        <p:txBody>
          <a:bodyPr/>
          <a:lstStyle/>
          <a:p>
            <a:fld id="{7050525D-E911-40FF-AE71-980DD2978994}" type="slidenum">
              <a:rPr lang="en-US" altLang="en-US"/>
              <a:pPr/>
              <a:t>28</a:t>
            </a:fld>
            <a:endParaRPr lang="en-US" altLang="en-US" sz="1400"/>
          </a:p>
        </p:txBody>
      </p:sp>
      <p:sp>
        <p:nvSpPr>
          <p:cNvPr id="557058" name="Rectangle 2">
            <a:extLst>
              <a:ext uri="{FF2B5EF4-FFF2-40B4-BE49-F238E27FC236}">
                <a16:creationId xmlns:a16="http://schemas.microsoft.com/office/drawing/2014/main" id="{CB3E46F9-EA6D-B62C-5F2C-790B63C358DC}"/>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557059" name="Oval 3">
            <a:extLst>
              <a:ext uri="{FF2B5EF4-FFF2-40B4-BE49-F238E27FC236}">
                <a16:creationId xmlns:a16="http://schemas.microsoft.com/office/drawing/2014/main" id="{104AF667-3CCB-21E5-3E32-99F460D7DA9B}"/>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557060" name="Oval 4">
            <a:extLst>
              <a:ext uri="{FF2B5EF4-FFF2-40B4-BE49-F238E27FC236}">
                <a16:creationId xmlns:a16="http://schemas.microsoft.com/office/drawing/2014/main" id="{DE9AB1FF-E4A0-8A60-4D29-397AC9743E0E}"/>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557061" name="Oval 5">
            <a:extLst>
              <a:ext uri="{FF2B5EF4-FFF2-40B4-BE49-F238E27FC236}">
                <a16:creationId xmlns:a16="http://schemas.microsoft.com/office/drawing/2014/main" id="{F0A79F34-B260-B25C-B07C-DAB6B251722E}"/>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557062" name="Oval 6">
            <a:extLst>
              <a:ext uri="{FF2B5EF4-FFF2-40B4-BE49-F238E27FC236}">
                <a16:creationId xmlns:a16="http://schemas.microsoft.com/office/drawing/2014/main" id="{446E7D0C-1829-E645-7CF7-2C9D818694A9}"/>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557063" name="Oval 7">
            <a:extLst>
              <a:ext uri="{FF2B5EF4-FFF2-40B4-BE49-F238E27FC236}">
                <a16:creationId xmlns:a16="http://schemas.microsoft.com/office/drawing/2014/main" id="{3BF87F40-F911-AAD9-40FE-957D81673BB9}"/>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557064" name="Oval 8">
            <a:extLst>
              <a:ext uri="{FF2B5EF4-FFF2-40B4-BE49-F238E27FC236}">
                <a16:creationId xmlns:a16="http://schemas.microsoft.com/office/drawing/2014/main" id="{E6872CEB-B0E7-E013-43F0-D1F3CF6747DC}"/>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557065" name="Oval 9">
            <a:extLst>
              <a:ext uri="{FF2B5EF4-FFF2-40B4-BE49-F238E27FC236}">
                <a16:creationId xmlns:a16="http://schemas.microsoft.com/office/drawing/2014/main" id="{558600FF-26B4-7CAB-DAF6-C390E800B73D}"/>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557066" name="Oval 10">
            <a:extLst>
              <a:ext uri="{FF2B5EF4-FFF2-40B4-BE49-F238E27FC236}">
                <a16:creationId xmlns:a16="http://schemas.microsoft.com/office/drawing/2014/main" id="{A9FD106C-4A56-7451-60D0-7817048458BB}"/>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557067" name="AutoShape 11">
            <a:extLst>
              <a:ext uri="{FF2B5EF4-FFF2-40B4-BE49-F238E27FC236}">
                <a16:creationId xmlns:a16="http://schemas.microsoft.com/office/drawing/2014/main" id="{4EDAD1A3-F9EA-FF77-1137-7CF9E08F7BE8}"/>
              </a:ext>
            </a:extLst>
          </p:cNvPr>
          <p:cNvCxnSpPr>
            <a:cxnSpLocks noChangeShapeType="1"/>
            <a:stCxn id="557059" idx="7"/>
            <a:endCxn id="557062" idx="2"/>
          </p:cNvCxnSpPr>
          <p:nvPr/>
        </p:nvCxnSpPr>
        <p:spPr bwMode="auto">
          <a:xfrm flipV="1">
            <a:off x="2081213" y="3057526"/>
            <a:ext cx="1511300" cy="379413"/>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57068" name="AutoShape 12">
            <a:extLst>
              <a:ext uri="{FF2B5EF4-FFF2-40B4-BE49-F238E27FC236}">
                <a16:creationId xmlns:a16="http://schemas.microsoft.com/office/drawing/2014/main" id="{2BF3F8C0-6302-D05D-1DA7-6504472A9BAE}"/>
              </a:ext>
            </a:extLst>
          </p:cNvPr>
          <p:cNvCxnSpPr>
            <a:cxnSpLocks noChangeShapeType="1"/>
            <a:stCxn id="557059" idx="6"/>
            <a:endCxn id="557063" idx="1"/>
          </p:cNvCxnSpPr>
          <p:nvPr/>
        </p:nvCxnSpPr>
        <p:spPr bwMode="auto">
          <a:xfrm>
            <a:off x="2133600" y="3551239"/>
            <a:ext cx="2317750" cy="56197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57069" name="AutoShape 13">
            <a:extLst>
              <a:ext uri="{FF2B5EF4-FFF2-40B4-BE49-F238E27FC236}">
                <a16:creationId xmlns:a16="http://schemas.microsoft.com/office/drawing/2014/main" id="{0193529D-8FD7-DF97-F2F5-FF87F176D2D1}"/>
              </a:ext>
            </a:extLst>
          </p:cNvPr>
          <p:cNvCxnSpPr>
            <a:cxnSpLocks noChangeShapeType="1"/>
            <a:stCxn id="557059" idx="5"/>
            <a:endCxn id="557064"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57070" name="AutoShape 14">
            <a:extLst>
              <a:ext uri="{FF2B5EF4-FFF2-40B4-BE49-F238E27FC236}">
                <a16:creationId xmlns:a16="http://schemas.microsoft.com/office/drawing/2014/main" id="{62239BEB-8399-14C5-5F11-E94D0044B6FD}"/>
              </a:ext>
            </a:extLst>
          </p:cNvPr>
          <p:cNvCxnSpPr>
            <a:cxnSpLocks noChangeShapeType="1"/>
            <a:stCxn id="557063" idx="7"/>
            <a:endCxn id="557060"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57071" name="AutoShape 15">
            <a:extLst>
              <a:ext uri="{FF2B5EF4-FFF2-40B4-BE49-F238E27FC236}">
                <a16:creationId xmlns:a16="http://schemas.microsoft.com/office/drawing/2014/main" id="{19B1FDF9-0C60-DAB8-3E2C-A6DF0DB02AFC}"/>
              </a:ext>
            </a:extLst>
          </p:cNvPr>
          <p:cNvCxnSpPr>
            <a:cxnSpLocks noChangeShapeType="1"/>
            <a:stCxn id="557065" idx="7"/>
            <a:endCxn id="557060" idx="4"/>
          </p:cNvCxnSpPr>
          <p:nvPr/>
        </p:nvCxnSpPr>
        <p:spPr bwMode="auto">
          <a:xfrm flipV="1">
            <a:off x="8805863" y="3216275"/>
            <a:ext cx="836612" cy="12461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57072" name="AutoShape 16">
            <a:extLst>
              <a:ext uri="{FF2B5EF4-FFF2-40B4-BE49-F238E27FC236}">
                <a16:creationId xmlns:a16="http://schemas.microsoft.com/office/drawing/2014/main" id="{7A4A65C3-E460-70BF-60B2-2BE120B7CF0A}"/>
              </a:ext>
            </a:extLst>
          </p:cNvPr>
          <p:cNvCxnSpPr>
            <a:cxnSpLocks noChangeShapeType="1"/>
            <a:stCxn id="557063" idx="5"/>
            <a:endCxn id="557066"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57073" name="AutoShape 17">
            <a:extLst>
              <a:ext uri="{FF2B5EF4-FFF2-40B4-BE49-F238E27FC236}">
                <a16:creationId xmlns:a16="http://schemas.microsoft.com/office/drawing/2014/main" id="{080B3830-FA35-943D-786C-0C2AAA879CA9}"/>
              </a:ext>
            </a:extLst>
          </p:cNvPr>
          <p:cNvCxnSpPr>
            <a:cxnSpLocks noChangeShapeType="1"/>
            <a:stCxn id="557066" idx="5"/>
            <a:endCxn id="557061"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57074" name="AutoShape 18">
            <a:extLst>
              <a:ext uri="{FF2B5EF4-FFF2-40B4-BE49-F238E27FC236}">
                <a16:creationId xmlns:a16="http://schemas.microsoft.com/office/drawing/2014/main" id="{FE29371E-2F97-2048-8A52-080692309E39}"/>
              </a:ext>
            </a:extLst>
          </p:cNvPr>
          <p:cNvCxnSpPr>
            <a:cxnSpLocks noChangeShapeType="1"/>
            <a:stCxn id="557066" idx="6"/>
            <a:endCxn id="557065"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57075" name="AutoShape 19">
            <a:extLst>
              <a:ext uri="{FF2B5EF4-FFF2-40B4-BE49-F238E27FC236}">
                <a16:creationId xmlns:a16="http://schemas.microsoft.com/office/drawing/2014/main" id="{702BD708-4AEC-F14A-16C6-78B850EC8D73}"/>
              </a:ext>
            </a:extLst>
          </p:cNvPr>
          <p:cNvCxnSpPr>
            <a:cxnSpLocks noChangeShapeType="1"/>
            <a:stCxn id="557065" idx="4"/>
            <a:endCxn id="557061" idx="1"/>
          </p:cNvCxnSpPr>
          <p:nvPr/>
        </p:nvCxnSpPr>
        <p:spPr bwMode="auto">
          <a:xfrm>
            <a:off x="8699501" y="4735514"/>
            <a:ext cx="1147763" cy="12080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57076" name="AutoShape 20">
            <a:extLst>
              <a:ext uri="{FF2B5EF4-FFF2-40B4-BE49-F238E27FC236}">
                <a16:creationId xmlns:a16="http://schemas.microsoft.com/office/drawing/2014/main" id="{2CF508AA-B780-2F54-2253-EFCB42F31060}"/>
              </a:ext>
            </a:extLst>
          </p:cNvPr>
          <p:cNvCxnSpPr>
            <a:cxnSpLocks noChangeShapeType="1"/>
            <a:stCxn id="557060" idx="3"/>
            <a:endCxn id="557066"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57077" name="AutoShape 21">
            <a:extLst>
              <a:ext uri="{FF2B5EF4-FFF2-40B4-BE49-F238E27FC236}">
                <a16:creationId xmlns:a16="http://schemas.microsoft.com/office/drawing/2014/main" id="{1A37435A-4C2A-AEE8-8260-433DC0F93B28}"/>
              </a:ext>
            </a:extLst>
          </p:cNvPr>
          <p:cNvCxnSpPr>
            <a:cxnSpLocks noChangeShapeType="1"/>
            <a:stCxn id="557063" idx="4"/>
            <a:endCxn id="557064" idx="7"/>
          </p:cNvCxnSpPr>
          <p:nvPr/>
        </p:nvCxnSpPr>
        <p:spPr bwMode="auto">
          <a:xfrm flipH="1">
            <a:off x="3919539" y="4386263"/>
            <a:ext cx="638175" cy="16700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57078" name="AutoShape 22">
            <a:extLst>
              <a:ext uri="{FF2B5EF4-FFF2-40B4-BE49-F238E27FC236}">
                <a16:creationId xmlns:a16="http://schemas.microsoft.com/office/drawing/2014/main" id="{EC5B99C9-0D28-3FF3-E233-E968E27F5051}"/>
              </a:ext>
            </a:extLst>
          </p:cNvPr>
          <p:cNvCxnSpPr>
            <a:cxnSpLocks noChangeShapeType="1"/>
            <a:stCxn id="557064" idx="6"/>
            <a:endCxn id="557066"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57079" name="AutoShape 23">
            <a:extLst>
              <a:ext uri="{FF2B5EF4-FFF2-40B4-BE49-F238E27FC236}">
                <a16:creationId xmlns:a16="http://schemas.microsoft.com/office/drawing/2014/main" id="{26A0764F-FA47-65B6-7B76-84347EDDD9A0}"/>
              </a:ext>
            </a:extLst>
          </p:cNvPr>
          <p:cNvCxnSpPr>
            <a:cxnSpLocks noChangeShapeType="1"/>
            <a:stCxn id="557062" idx="6"/>
            <a:endCxn id="557060"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57080" name="AutoShape 24">
            <a:extLst>
              <a:ext uri="{FF2B5EF4-FFF2-40B4-BE49-F238E27FC236}">
                <a16:creationId xmlns:a16="http://schemas.microsoft.com/office/drawing/2014/main" id="{F7AD8047-9077-9028-73AA-2AD655DADA1C}"/>
              </a:ext>
            </a:extLst>
          </p:cNvPr>
          <p:cNvCxnSpPr>
            <a:cxnSpLocks noChangeShapeType="1"/>
            <a:stCxn id="557064" idx="6"/>
            <a:endCxn id="557061"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57081" name="AutoShape 25">
            <a:extLst>
              <a:ext uri="{FF2B5EF4-FFF2-40B4-BE49-F238E27FC236}">
                <a16:creationId xmlns:a16="http://schemas.microsoft.com/office/drawing/2014/main" id="{AA9025AD-F70E-9EB0-C022-27892B09A1BE}"/>
              </a:ext>
            </a:extLst>
          </p:cNvPr>
          <p:cNvCxnSpPr>
            <a:cxnSpLocks noChangeShapeType="1"/>
            <a:stCxn id="557060" idx="5"/>
            <a:endCxn id="557061"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57082" name="Text Box 26">
            <a:extLst>
              <a:ext uri="{FF2B5EF4-FFF2-40B4-BE49-F238E27FC236}">
                <a16:creationId xmlns:a16="http://schemas.microsoft.com/office/drawing/2014/main" id="{09FFBB3F-A482-D0D2-219D-6CE16C4BF86F}"/>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557083" name="Text Box 27">
            <a:extLst>
              <a:ext uri="{FF2B5EF4-FFF2-40B4-BE49-F238E27FC236}">
                <a16:creationId xmlns:a16="http://schemas.microsoft.com/office/drawing/2014/main" id="{82E98C38-8C04-A2D4-47FC-8B72B4B21AB7}"/>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557084" name="Text Box 28">
            <a:extLst>
              <a:ext uri="{FF2B5EF4-FFF2-40B4-BE49-F238E27FC236}">
                <a16:creationId xmlns:a16="http://schemas.microsoft.com/office/drawing/2014/main" id="{774C52FA-9FE3-8756-9737-15B5FCA8470A}"/>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557085" name="Text Box 29">
            <a:extLst>
              <a:ext uri="{FF2B5EF4-FFF2-40B4-BE49-F238E27FC236}">
                <a16:creationId xmlns:a16="http://schemas.microsoft.com/office/drawing/2014/main" id="{59A69A2F-B558-7C65-DF3B-D28F005EA0AD}"/>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557086" name="Text Box 30">
            <a:extLst>
              <a:ext uri="{FF2B5EF4-FFF2-40B4-BE49-F238E27FC236}">
                <a16:creationId xmlns:a16="http://schemas.microsoft.com/office/drawing/2014/main" id="{29D972B8-B99F-6CF9-1090-262E498D0B85}"/>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557087" name="Text Box 31">
            <a:extLst>
              <a:ext uri="{FF2B5EF4-FFF2-40B4-BE49-F238E27FC236}">
                <a16:creationId xmlns:a16="http://schemas.microsoft.com/office/drawing/2014/main" id="{1B0F8092-06BA-6623-A20D-DFAF3888350E}"/>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557088" name="Text Box 32">
            <a:extLst>
              <a:ext uri="{FF2B5EF4-FFF2-40B4-BE49-F238E27FC236}">
                <a16:creationId xmlns:a16="http://schemas.microsoft.com/office/drawing/2014/main" id="{05B0559B-8E5E-B399-AE96-04C55725AC4A}"/>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557089" name="Text Box 33">
            <a:extLst>
              <a:ext uri="{FF2B5EF4-FFF2-40B4-BE49-F238E27FC236}">
                <a16:creationId xmlns:a16="http://schemas.microsoft.com/office/drawing/2014/main" id="{5FEA66FB-C00C-9FBA-25AE-06EC0BCAA5FD}"/>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557090" name="Text Box 34">
            <a:extLst>
              <a:ext uri="{FF2B5EF4-FFF2-40B4-BE49-F238E27FC236}">
                <a16:creationId xmlns:a16="http://schemas.microsoft.com/office/drawing/2014/main" id="{D5E23BAB-25C4-0EA9-5D1D-11B390D92550}"/>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557091" name="Text Box 35">
            <a:extLst>
              <a:ext uri="{FF2B5EF4-FFF2-40B4-BE49-F238E27FC236}">
                <a16:creationId xmlns:a16="http://schemas.microsoft.com/office/drawing/2014/main" id="{1223A7EA-A8FE-42F0-C6D9-19E0EDC14754}"/>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557092" name="Text Box 36">
            <a:extLst>
              <a:ext uri="{FF2B5EF4-FFF2-40B4-BE49-F238E27FC236}">
                <a16:creationId xmlns:a16="http://schemas.microsoft.com/office/drawing/2014/main" id="{C7AA1493-ACFC-6D72-9EB4-1983CC85980C}"/>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557093" name="Text Box 37">
            <a:extLst>
              <a:ext uri="{FF2B5EF4-FFF2-40B4-BE49-F238E27FC236}">
                <a16:creationId xmlns:a16="http://schemas.microsoft.com/office/drawing/2014/main" id="{767FC659-C47F-22F6-4175-BFDE173D4353}"/>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557094" name="Text Box 38">
            <a:extLst>
              <a:ext uri="{FF2B5EF4-FFF2-40B4-BE49-F238E27FC236}">
                <a16:creationId xmlns:a16="http://schemas.microsoft.com/office/drawing/2014/main" id="{ADB53E63-B931-991A-88EC-58E0C19AEE37}"/>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57095" name="Text Box 39">
            <a:extLst>
              <a:ext uri="{FF2B5EF4-FFF2-40B4-BE49-F238E27FC236}">
                <a16:creationId xmlns:a16="http://schemas.microsoft.com/office/drawing/2014/main" id="{7A1B91D1-9434-3C11-B7AE-582B563B7855}"/>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557096" name="Text Box 40">
            <a:extLst>
              <a:ext uri="{FF2B5EF4-FFF2-40B4-BE49-F238E27FC236}">
                <a16:creationId xmlns:a16="http://schemas.microsoft.com/office/drawing/2014/main" id="{B16A3011-87B5-DA89-E991-DC59ADB6DF2F}"/>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57098" name="Text Box 42">
            <a:extLst>
              <a:ext uri="{FF2B5EF4-FFF2-40B4-BE49-F238E27FC236}">
                <a16:creationId xmlns:a16="http://schemas.microsoft.com/office/drawing/2014/main" id="{A5946C35-1B05-6FAF-0EF7-9CB33AA03CCF}"/>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( 5, 6, 6, 9, 11, 14, 14, 16, 18, 19, 20, 23, 30, 44 )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DAD2BC72-B171-0AE3-71FB-514326144370}"/>
              </a:ext>
            </a:extLst>
          </p:cNvPr>
          <p:cNvSpPr>
            <a:spLocks noGrp="1"/>
          </p:cNvSpPr>
          <p:nvPr>
            <p:ph type="sldNum" sz="quarter" idx="10"/>
          </p:nvPr>
        </p:nvSpPr>
        <p:spPr/>
        <p:txBody>
          <a:bodyPr/>
          <a:lstStyle/>
          <a:p>
            <a:fld id="{C05F2CE2-68F1-4170-AC41-76592E918232}" type="slidenum">
              <a:rPr lang="en-US" altLang="en-US"/>
              <a:pPr/>
              <a:t>29</a:t>
            </a:fld>
            <a:endParaRPr lang="en-US" altLang="en-US" sz="1400"/>
          </a:p>
        </p:txBody>
      </p:sp>
      <p:sp>
        <p:nvSpPr>
          <p:cNvPr id="665602" name="Rectangle 2">
            <a:extLst>
              <a:ext uri="{FF2B5EF4-FFF2-40B4-BE49-F238E27FC236}">
                <a16:creationId xmlns:a16="http://schemas.microsoft.com/office/drawing/2014/main" id="{6767FDA3-2CA5-8F05-FC76-A8C45C62CB6F}"/>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665603" name="Oval 3">
            <a:extLst>
              <a:ext uri="{FF2B5EF4-FFF2-40B4-BE49-F238E27FC236}">
                <a16:creationId xmlns:a16="http://schemas.microsoft.com/office/drawing/2014/main" id="{6DF292DD-D9D1-D9A2-A991-4CFF74552718}"/>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665604" name="Oval 4">
            <a:extLst>
              <a:ext uri="{FF2B5EF4-FFF2-40B4-BE49-F238E27FC236}">
                <a16:creationId xmlns:a16="http://schemas.microsoft.com/office/drawing/2014/main" id="{8A65BAEC-545A-BCA0-9732-70341DAABA6E}"/>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665605" name="Oval 5">
            <a:extLst>
              <a:ext uri="{FF2B5EF4-FFF2-40B4-BE49-F238E27FC236}">
                <a16:creationId xmlns:a16="http://schemas.microsoft.com/office/drawing/2014/main" id="{6A071640-F8F7-6F57-0C55-D1E607D8492E}"/>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665606" name="Oval 6">
            <a:extLst>
              <a:ext uri="{FF2B5EF4-FFF2-40B4-BE49-F238E27FC236}">
                <a16:creationId xmlns:a16="http://schemas.microsoft.com/office/drawing/2014/main" id="{A03D2D46-8BAC-6198-1B50-AE80ACBF08A3}"/>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665607" name="Oval 7">
            <a:extLst>
              <a:ext uri="{FF2B5EF4-FFF2-40B4-BE49-F238E27FC236}">
                <a16:creationId xmlns:a16="http://schemas.microsoft.com/office/drawing/2014/main" id="{85550172-0EA1-3C45-B178-499710702697}"/>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665608" name="Oval 8">
            <a:extLst>
              <a:ext uri="{FF2B5EF4-FFF2-40B4-BE49-F238E27FC236}">
                <a16:creationId xmlns:a16="http://schemas.microsoft.com/office/drawing/2014/main" id="{012F5A36-EA3F-6AA3-7348-E896A9E772A9}"/>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665609" name="Oval 9">
            <a:extLst>
              <a:ext uri="{FF2B5EF4-FFF2-40B4-BE49-F238E27FC236}">
                <a16:creationId xmlns:a16="http://schemas.microsoft.com/office/drawing/2014/main" id="{885E77ED-7F1E-47AF-735B-BFCB0D5AB916}"/>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665610" name="Oval 10">
            <a:extLst>
              <a:ext uri="{FF2B5EF4-FFF2-40B4-BE49-F238E27FC236}">
                <a16:creationId xmlns:a16="http://schemas.microsoft.com/office/drawing/2014/main" id="{4338E873-046B-59F3-EFA3-4C719D79F03C}"/>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665611" name="AutoShape 11">
            <a:extLst>
              <a:ext uri="{FF2B5EF4-FFF2-40B4-BE49-F238E27FC236}">
                <a16:creationId xmlns:a16="http://schemas.microsoft.com/office/drawing/2014/main" id="{5C389E1C-383B-944A-13E3-DB871B7C2258}"/>
              </a:ext>
            </a:extLst>
          </p:cNvPr>
          <p:cNvCxnSpPr>
            <a:cxnSpLocks noChangeShapeType="1"/>
            <a:stCxn id="665603" idx="7"/>
            <a:endCxn id="665606" idx="2"/>
          </p:cNvCxnSpPr>
          <p:nvPr/>
        </p:nvCxnSpPr>
        <p:spPr bwMode="auto">
          <a:xfrm flipV="1">
            <a:off x="2081213" y="3057526"/>
            <a:ext cx="1511300" cy="379413"/>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5612" name="AutoShape 12">
            <a:extLst>
              <a:ext uri="{FF2B5EF4-FFF2-40B4-BE49-F238E27FC236}">
                <a16:creationId xmlns:a16="http://schemas.microsoft.com/office/drawing/2014/main" id="{0C8D48C8-5266-A0D9-F04C-CD03C3C896BE}"/>
              </a:ext>
            </a:extLst>
          </p:cNvPr>
          <p:cNvCxnSpPr>
            <a:cxnSpLocks noChangeShapeType="1"/>
            <a:stCxn id="665603" idx="6"/>
            <a:endCxn id="665607" idx="1"/>
          </p:cNvCxnSpPr>
          <p:nvPr/>
        </p:nvCxnSpPr>
        <p:spPr bwMode="auto">
          <a:xfrm>
            <a:off x="2133600" y="3551239"/>
            <a:ext cx="2317750" cy="56197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5613" name="AutoShape 13">
            <a:extLst>
              <a:ext uri="{FF2B5EF4-FFF2-40B4-BE49-F238E27FC236}">
                <a16:creationId xmlns:a16="http://schemas.microsoft.com/office/drawing/2014/main" id="{08559BB5-D92A-A512-A9C4-6C2C78DD48E3}"/>
              </a:ext>
            </a:extLst>
          </p:cNvPr>
          <p:cNvCxnSpPr>
            <a:cxnSpLocks noChangeShapeType="1"/>
            <a:stCxn id="665603" idx="5"/>
            <a:endCxn id="665608"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5614" name="AutoShape 14">
            <a:extLst>
              <a:ext uri="{FF2B5EF4-FFF2-40B4-BE49-F238E27FC236}">
                <a16:creationId xmlns:a16="http://schemas.microsoft.com/office/drawing/2014/main" id="{185D673A-D819-525D-0D41-55A28F97DC02}"/>
              </a:ext>
            </a:extLst>
          </p:cNvPr>
          <p:cNvCxnSpPr>
            <a:cxnSpLocks noChangeShapeType="1"/>
            <a:stCxn id="665607" idx="7"/>
            <a:endCxn id="665604"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5615" name="AutoShape 15">
            <a:extLst>
              <a:ext uri="{FF2B5EF4-FFF2-40B4-BE49-F238E27FC236}">
                <a16:creationId xmlns:a16="http://schemas.microsoft.com/office/drawing/2014/main" id="{922E1C04-D74D-055E-EA28-A571A0B647B1}"/>
              </a:ext>
            </a:extLst>
          </p:cNvPr>
          <p:cNvCxnSpPr>
            <a:cxnSpLocks noChangeShapeType="1"/>
            <a:stCxn id="665609" idx="7"/>
            <a:endCxn id="665604" idx="4"/>
          </p:cNvCxnSpPr>
          <p:nvPr/>
        </p:nvCxnSpPr>
        <p:spPr bwMode="auto">
          <a:xfrm flipV="1">
            <a:off x="8805863" y="3216275"/>
            <a:ext cx="836612" cy="12461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5616" name="AutoShape 16">
            <a:extLst>
              <a:ext uri="{FF2B5EF4-FFF2-40B4-BE49-F238E27FC236}">
                <a16:creationId xmlns:a16="http://schemas.microsoft.com/office/drawing/2014/main" id="{A4F75D7D-579B-D0CD-CB5C-EB220E4A2ADC}"/>
              </a:ext>
            </a:extLst>
          </p:cNvPr>
          <p:cNvCxnSpPr>
            <a:cxnSpLocks noChangeShapeType="1"/>
            <a:stCxn id="665607" idx="5"/>
            <a:endCxn id="665610"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5617" name="AutoShape 17">
            <a:extLst>
              <a:ext uri="{FF2B5EF4-FFF2-40B4-BE49-F238E27FC236}">
                <a16:creationId xmlns:a16="http://schemas.microsoft.com/office/drawing/2014/main" id="{D8D374CD-5DAE-13A5-5A84-D47EDC772233}"/>
              </a:ext>
            </a:extLst>
          </p:cNvPr>
          <p:cNvCxnSpPr>
            <a:cxnSpLocks noChangeShapeType="1"/>
            <a:stCxn id="665610" idx="5"/>
            <a:endCxn id="665605"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5618" name="AutoShape 18">
            <a:extLst>
              <a:ext uri="{FF2B5EF4-FFF2-40B4-BE49-F238E27FC236}">
                <a16:creationId xmlns:a16="http://schemas.microsoft.com/office/drawing/2014/main" id="{E12E3E0A-A37B-6746-979F-678A90A2EF3E}"/>
              </a:ext>
            </a:extLst>
          </p:cNvPr>
          <p:cNvCxnSpPr>
            <a:cxnSpLocks noChangeShapeType="1"/>
            <a:stCxn id="665610" idx="6"/>
            <a:endCxn id="665609"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5619" name="AutoShape 19">
            <a:extLst>
              <a:ext uri="{FF2B5EF4-FFF2-40B4-BE49-F238E27FC236}">
                <a16:creationId xmlns:a16="http://schemas.microsoft.com/office/drawing/2014/main" id="{92E82F29-BC06-E3DD-86CB-CD9BA59896C6}"/>
              </a:ext>
            </a:extLst>
          </p:cNvPr>
          <p:cNvCxnSpPr>
            <a:cxnSpLocks noChangeShapeType="1"/>
            <a:stCxn id="665609" idx="4"/>
            <a:endCxn id="665605" idx="1"/>
          </p:cNvCxnSpPr>
          <p:nvPr/>
        </p:nvCxnSpPr>
        <p:spPr bwMode="auto">
          <a:xfrm>
            <a:off x="8699501" y="4735514"/>
            <a:ext cx="1147763" cy="12080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5620" name="AutoShape 20">
            <a:extLst>
              <a:ext uri="{FF2B5EF4-FFF2-40B4-BE49-F238E27FC236}">
                <a16:creationId xmlns:a16="http://schemas.microsoft.com/office/drawing/2014/main" id="{2A38BEE1-68C4-86FA-C1FF-661CE017EEAB}"/>
              </a:ext>
            </a:extLst>
          </p:cNvPr>
          <p:cNvCxnSpPr>
            <a:cxnSpLocks noChangeShapeType="1"/>
            <a:stCxn id="665604" idx="3"/>
            <a:endCxn id="665610"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5621" name="AutoShape 21">
            <a:extLst>
              <a:ext uri="{FF2B5EF4-FFF2-40B4-BE49-F238E27FC236}">
                <a16:creationId xmlns:a16="http://schemas.microsoft.com/office/drawing/2014/main" id="{A0BB07DB-C297-4CF6-65D3-47EDC921F9DA}"/>
              </a:ext>
            </a:extLst>
          </p:cNvPr>
          <p:cNvCxnSpPr>
            <a:cxnSpLocks noChangeShapeType="1"/>
            <a:stCxn id="665607" idx="4"/>
            <a:endCxn id="665608" idx="7"/>
          </p:cNvCxnSpPr>
          <p:nvPr/>
        </p:nvCxnSpPr>
        <p:spPr bwMode="auto">
          <a:xfrm flipH="1">
            <a:off x="3919539" y="4386263"/>
            <a:ext cx="638175" cy="16700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5622" name="AutoShape 22">
            <a:extLst>
              <a:ext uri="{FF2B5EF4-FFF2-40B4-BE49-F238E27FC236}">
                <a16:creationId xmlns:a16="http://schemas.microsoft.com/office/drawing/2014/main" id="{90681AB7-51B2-10AB-C045-723DC948EEF8}"/>
              </a:ext>
            </a:extLst>
          </p:cNvPr>
          <p:cNvCxnSpPr>
            <a:cxnSpLocks noChangeShapeType="1"/>
            <a:stCxn id="665608" idx="6"/>
            <a:endCxn id="665610"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5623" name="AutoShape 23">
            <a:extLst>
              <a:ext uri="{FF2B5EF4-FFF2-40B4-BE49-F238E27FC236}">
                <a16:creationId xmlns:a16="http://schemas.microsoft.com/office/drawing/2014/main" id="{A0D24233-E5F4-05CE-3B0E-124E6E874A9C}"/>
              </a:ext>
            </a:extLst>
          </p:cNvPr>
          <p:cNvCxnSpPr>
            <a:cxnSpLocks noChangeShapeType="1"/>
            <a:stCxn id="665606" idx="6"/>
            <a:endCxn id="665604"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5624" name="AutoShape 24">
            <a:extLst>
              <a:ext uri="{FF2B5EF4-FFF2-40B4-BE49-F238E27FC236}">
                <a16:creationId xmlns:a16="http://schemas.microsoft.com/office/drawing/2014/main" id="{1CE972D4-26EC-822A-9125-E73B4BD89912}"/>
              </a:ext>
            </a:extLst>
          </p:cNvPr>
          <p:cNvCxnSpPr>
            <a:cxnSpLocks noChangeShapeType="1"/>
            <a:stCxn id="665608" idx="6"/>
            <a:endCxn id="665605"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5625" name="AutoShape 25">
            <a:extLst>
              <a:ext uri="{FF2B5EF4-FFF2-40B4-BE49-F238E27FC236}">
                <a16:creationId xmlns:a16="http://schemas.microsoft.com/office/drawing/2014/main" id="{46E3AA22-707D-1EA4-FA8A-B7D9F95F080E}"/>
              </a:ext>
            </a:extLst>
          </p:cNvPr>
          <p:cNvCxnSpPr>
            <a:cxnSpLocks noChangeShapeType="1"/>
            <a:stCxn id="665604" idx="5"/>
            <a:endCxn id="665605"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65626" name="Text Box 26">
            <a:extLst>
              <a:ext uri="{FF2B5EF4-FFF2-40B4-BE49-F238E27FC236}">
                <a16:creationId xmlns:a16="http://schemas.microsoft.com/office/drawing/2014/main" id="{630EBC8B-AF39-59FB-F894-8771A4A96690}"/>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665627" name="Text Box 27">
            <a:extLst>
              <a:ext uri="{FF2B5EF4-FFF2-40B4-BE49-F238E27FC236}">
                <a16:creationId xmlns:a16="http://schemas.microsoft.com/office/drawing/2014/main" id="{8051A208-4FE8-2E66-28D7-D658F532D339}"/>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665628" name="Text Box 28">
            <a:extLst>
              <a:ext uri="{FF2B5EF4-FFF2-40B4-BE49-F238E27FC236}">
                <a16:creationId xmlns:a16="http://schemas.microsoft.com/office/drawing/2014/main" id="{AF502994-FC2A-1E5B-783D-010A4A81DE79}"/>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665629" name="Text Box 29">
            <a:extLst>
              <a:ext uri="{FF2B5EF4-FFF2-40B4-BE49-F238E27FC236}">
                <a16:creationId xmlns:a16="http://schemas.microsoft.com/office/drawing/2014/main" id="{892DA458-48E0-181A-32D8-60D0D3252517}"/>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665630" name="Text Box 30">
            <a:extLst>
              <a:ext uri="{FF2B5EF4-FFF2-40B4-BE49-F238E27FC236}">
                <a16:creationId xmlns:a16="http://schemas.microsoft.com/office/drawing/2014/main" id="{60543DFF-7D45-2D85-F637-7F0BC8B6C677}"/>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665631" name="Text Box 31">
            <a:extLst>
              <a:ext uri="{FF2B5EF4-FFF2-40B4-BE49-F238E27FC236}">
                <a16:creationId xmlns:a16="http://schemas.microsoft.com/office/drawing/2014/main" id="{D1A39CC9-50DB-CCDC-4CFF-028587E17FC2}"/>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665632" name="Text Box 32">
            <a:extLst>
              <a:ext uri="{FF2B5EF4-FFF2-40B4-BE49-F238E27FC236}">
                <a16:creationId xmlns:a16="http://schemas.microsoft.com/office/drawing/2014/main" id="{6FDF10AD-0AFE-BC55-ACBF-BE4B9CFF1DAE}"/>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665633" name="Text Box 33">
            <a:extLst>
              <a:ext uri="{FF2B5EF4-FFF2-40B4-BE49-F238E27FC236}">
                <a16:creationId xmlns:a16="http://schemas.microsoft.com/office/drawing/2014/main" id="{9F44E110-D6A4-6B4A-7A84-674196B18E90}"/>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665634" name="Text Box 34">
            <a:extLst>
              <a:ext uri="{FF2B5EF4-FFF2-40B4-BE49-F238E27FC236}">
                <a16:creationId xmlns:a16="http://schemas.microsoft.com/office/drawing/2014/main" id="{D0E4B0A6-91CD-5843-F01F-414EFB984F95}"/>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665635" name="Text Box 35">
            <a:extLst>
              <a:ext uri="{FF2B5EF4-FFF2-40B4-BE49-F238E27FC236}">
                <a16:creationId xmlns:a16="http://schemas.microsoft.com/office/drawing/2014/main" id="{C894199E-090C-8874-A283-5690A4D0B4F7}"/>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665636" name="Text Box 36">
            <a:extLst>
              <a:ext uri="{FF2B5EF4-FFF2-40B4-BE49-F238E27FC236}">
                <a16:creationId xmlns:a16="http://schemas.microsoft.com/office/drawing/2014/main" id="{3785B65C-F3ED-EA08-AC1E-5334055D8AF7}"/>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665637" name="Text Box 37">
            <a:extLst>
              <a:ext uri="{FF2B5EF4-FFF2-40B4-BE49-F238E27FC236}">
                <a16:creationId xmlns:a16="http://schemas.microsoft.com/office/drawing/2014/main" id="{B51E068E-B931-DC4C-353D-8D6FAC858DDC}"/>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665638" name="Text Box 38">
            <a:extLst>
              <a:ext uri="{FF2B5EF4-FFF2-40B4-BE49-F238E27FC236}">
                <a16:creationId xmlns:a16="http://schemas.microsoft.com/office/drawing/2014/main" id="{D1AAB6A4-7943-8B1E-FDEA-8D133861417D}"/>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65639" name="Text Box 39">
            <a:extLst>
              <a:ext uri="{FF2B5EF4-FFF2-40B4-BE49-F238E27FC236}">
                <a16:creationId xmlns:a16="http://schemas.microsoft.com/office/drawing/2014/main" id="{87007A84-C110-7E7E-2E29-799A3350CB73}"/>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665640" name="Text Box 40">
            <a:extLst>
              <a:ext uri="{FF2B5EF4-FFF2-40B4-BE49-F238E27FC236}">
                <a16:creationId xmlns:a16="http://schemas.microsoft.com/office/drawing/2014/main" id="{278C8C9C-F8EB-C82C-AA94-A6A985EB610E}"/>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65641" name="Text Box 41">
            <a:extLst>
              <a:ext uri="{FF2B5EF4-FFF2-40B4-BE49-F238E27FC236}">
                <a16:creationId xmlns:a16="http://schemas.microsoft.com/office/drawing/2014/main" id="{FB556778-BD69-7167-372A-B65355ED46F2}"/>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( 5, 6, 6, 9, 11, 14, 14, 16, 18, 19, 20, 23, 30, 44 )</a:t>
            </a:r>
          </a:p>
        </p:txBody>
      </p:sp>
      <p:sp>
        <p:nvSpPr>
          <p:cNvPr id="665643" name="Text Box 43">
            <a:extLst>
              <a:ext uri="{FF2B5EF4-FFF2-40B4-BE49-F238E27FC236}">
                <a16:creationId xmlns:a16="http://schemas.microsoft.com/office/drawing/2014/main" id="{EFAFBCEC-2111-4D71-1154-60C8FBA5B5AB}"/>
              </a:ext>
            </a:extLst>
          </p:cNvPr>
          <p:cNvSpPr txBox="1">
            <a:spLocks noChangeArrowheads="1"/>
          </p:cNvSpPr>
          <p:nvPr/>
        </p:nvSpPr>
        <p:spPr bwMode="auto">
          <a:xfrm>
            <a:off x="3048000" y="4419600"/>
            <a:ext cx="12779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p>
            <a:r>
              <a:rPr lang="en-US" altLang="en-US" sz="1600">
                <a:solidFill>
                  <a:schemeClr val="accent1"/>
                </a:solidFill>
              </a:rPr>
              <a:t>PQdelmin()</a:t>
            </a:r>
            <a:endParaRPr lang="en-US" altLang="en-US"/>
          </a:p>
        </p:txBody>
      </p:sp>
      <p:sp>
        <p:nvSpPr>
          <p:cNvPr id="665644" name="AutoShape 44">
            <a:extLst>
              <a:ext uri="{FF2B5EF4-FFF2-40B4-BE49-F238E27FC236}">
                <a16:creationId xmlns:a16="http://schemas.microsoft.com/office/drawing/2014/main" id="{6AA10466-B546-0271-8BFE-D5D7EE285C23}"/>
              </a:ext>
            </a:extLst>
          </p:cNvPr>
          <p:cNvSpPr>
            <a:spLocks noChangeArrowheads="1"/>
          </p:cNvSpPr>
          <p:nvPr/>
        </p:nvSpPr>
        <p:spPr bwMode="auto">
          <a:xfrm rot="18176854">
            <a:off x="3956051" y="4806951"/>
            <a:ext cx="174625" cy="314325"/>
          </a:xfrm>
          <a:prstGeom prst="downArrow">
            <a:avLst>
              <a:gd name="adj1" fmla="val 50000"/>
              <a:gd name="adj2" fmla="val 45000"/>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11BE0333-9A13-E4C9-3330-5145F86D8F6B}"/>
              </a:ext>
            </a:extLst>
          </p:cNvPr>
          <p:cNvSpPr>
            <a:spLocks noGrp="1"/>
          </p:cNvSpPr>
          <p:nvPr>
            <p:ph type="sldNum" sz="quarter" idx="10"/>
          </p:nvPr>
        </p:nvSpPr>
        <p:spPr/>
        <p:txBody>
          <a:bodyPr/>
          <a:lstStyle/>
          <a:p>
            <a:fld id="{46F961CF-7AF3-40C7-A96D-37FED5F04B50}" type="slidenum">
              <a:rPr lang="en-US" altLang="en-US"/>
              <a:pPr/>
              <a:t>30</a:t>
            </a:fld>
            <a:endParaRPr lang="en-US" altLang="en-US" sz="1400"/>
          </a:p>
        </p:txBody>
      </p:sp>
      <p:sp>
        <p:nvSpPr>
          <p:cNvPr id="561154" name="Rectangle 2">
            <a:extLst>
              <a:ext uri="{FF2B5EF4-FFF2-40B4-BE49-F238E27FC236}">
                <a16:creationId xmlns:a16="http://schemas.microsoft.com/office/drawing/2014/main" id="{16EAB346-5001-CF8D-A2FA-5F03DE3AA4C8}"/>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561155" name="Oval 3">
            <a:extLst>
              <a:ext uri="{FF2B5EF4-FFF2-40B4-BE49-F238E27FC236}">
                <a16:creationId xmlns:a16="http://schemas.microsoft.com/office/drawing/2014/main" id="{02AEE762-9084-6CC3-4987-1BEF6CC621C3}"/>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561156" name="Oval 4">
            <a:extLst>
              <a:ext uri="{FF2B5EF4-FFF2-40B4-BE49-F238E27FC236}">
                <a16:creationId xmlns:a16="http://schemas.microsoft.com/office/drawing/2014/main" id="{A88FA9B5-24C8-295F-C935-3583A162F432}"/>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561157" name="Oval 5">
            <a:extLst>
              <a:ext uri="{FF2B5EF4-FFF2-40B4-BE49-F238E27FC236}">
                <a16:creationId xmlns:a16="http://schemas.microsoft.com/office/drawing/2014/main" id="{DFAEB209-E645-B189-70E2-CB7C7C2092D3}"/>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561158" name="Oval 6">
            <a:extLst>
              <a:ext uri="{FF2B5EF4-FFF2-40B4-BE49-F238E27FC236}">
                <a16:creationId xmlns:a16="http://schemas.microsoft.com/office/drawing/2014/main" id="{CB61CE0B-4BA1-E7D7-2A99-11BA9E05AB24}"/>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561159" name="Oval 7">
            <a:extLst>
              <a:ext uri="{FF2B5EF4-FFF2-40B4-BE49-F238E27FC236}">
                <a16:creationId xmlns:a16="http://schemas.microsoft.com/office/drawing/2014/main" id="{D09DAC91-7E49-2E3F-AD4A-4AA24A5F1C43}"/>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561160" name="Oval 8">
            <a:extLst>
              <a:ext uri="{FF2B5EF4-FFF2-40B4-BE49-F238E27FC236}">
                <a16:creationId xmlns:a16="http://schemas.microsoft.com/office/drawing/2014/main" id="{769CF56B-04D1-E916-2D3E-EE3C522B4C6D}"/>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561161" name="Oval 9">
            <a:extLst>
              <a:ext uri="{FF2B5EF4-FFF2-40B4-BE49-F238E27FC236}">
                <a16:creationId xmlns:a16="http://schemas.microsoft.com/office/drawing/2014/main" id="{2E51C90B-8B03-179F-3136-22039BD6C3B4}"/>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561162" name="Oval 10">
            <a:extLst>
              <a:ext uri="{FF2B5EF4-FFF2-40B4-BE49-F238E27FC236}">
                <a16:creationId xmlns:a16="http://schemas.microsoft.com/office/drawing/2014/main" id="{68DF242B-E730-EC8D-BD82-C19410DB7206}"/>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561163" name="AutoShape 11">
            <a:extLst>
              <a:ext uri="{FF2B5EF4-FFF2-40B4-BE49-F238E27FC236}">
                <a16:creationId xmlns:a16="http://schemas.microsoft.com/office/drawing/2014/main" id="{E0A855A2-6021-75A1-821C-1E6290405797}"/>
              </a:ext>
            </a:extLst>
          </p:cNvPr>
          <p:cNvCxnSpPr>
            <a:cxnSpLocks noChangeShapeType="1"/>
            <a:stCxn id="561155" idx="7"/>
            <a:endCxn id="561158" idx="2"/>
          </p:cNvCxnSpPr>
          <p:nvPr/>
        </p:nvCxnSpPr>
        <p:spPr bwMode="auto">
          <a:xfrm flipV="1">
            <a:off x="2081213" y="3057526"/>
            <a:ext cx="1511300" cy="379413"/>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1164" name="AutoShape 12">
            <a:extLst>
              <a:ext uri="{FF2B5EF4-FFF2-40B4-BE49-F238E27FC236}">
                <a16:creationId xmlns:a16="http://schemas.microsoft.com/office/drawing/2014/main" id="{4C3FAFD9-5C97-ED39-8776-B150CD4274D0}"/>
              </a:ext>
            </a:extLst>
          </p:cNvPr>
          <p:cNvCxnSpPr>
            <a:cxnSpLocks noChangeShapeType="1"/>
            <a:stCxn id="561155" idx="6"/>
            <a:endCxn id="561159" idx="1"/>
          </p:cNvCxnSpPr>
          <p:nvPr/>
        </p:nvCxnSpPr>
        <p:spPr bwMode="auto">
          <a:xfrm>
            <a:off x="2133600" y="3551239"/>
            <a:ext cx="2317750" cy="56197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1165" name="AutoShape 13">
            <a:extLst>
              <a:ext uri="{FF2B5EF4-FFF2-40B4-BE49-F238E27FC236}">
                <a16:creationId xmlns:a16="http://schemas.microsoft.com/office/drawing/2014/main" id="{790C2A84-F96A-F0CD-FDA6-5DCB0EA1DE5C}"/>
              </a:ext>
            </a:extLst>
          </p:cNvPr>
          <p:cNvCxnSpPr>
            <a:cxnSpLocks noChangeShapeType="1"/>
            <a:stCxn id="561155" idx="5"/>
            <a:endCxn id="561160"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1166" name="AutoShape 14">
            <a:extLst>
              <a:ext uri="{FF2B5EF4-FFF2-40B4-BE49-F238E27FC236}">
                <a16:creationId xmlns:a16="http://schemas.microsoft.com/office/drawing/2014/main" id="{7559350F-C73D-D9B7-7383-DA048D76CCD6}"/>
              </a:ext>
            </a:extLst>
          </p:cNvPr>
          <p:cNvCxnSpPr>
            <a:cxnSpLocks noChangeShapeType="1"/>
            <a:stCxn id="561159" idx="7"/>
            <a:endCxn id="561156"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1167" name="AutoShape 15">
            <a:extLst>
              <a:ext uri="{FF2B5EF4-FFF2-40B4-BE49-F238E27FC236}">
                <a16:creationId xmlns:a16="http://schemas.microsoft.com/office/drawing/2014/main" id="{61E0DDA6-1040-4FBA-B7FF-8EDE7671371E}"/>
              </a:ext>
            </a:extLst>
          </p:cNvPr>
          <p:cNvCxnSpPr>
            <a:cxnSpLocks noChangeShapeType="1"/>
            <a:stCxn id="561161" idx="7"/>
            <a:endCxn id="561156" idx="4"/>
          </p:cNvCxnSpPr>
          <p:nvPr/>
        </p:nvCxnSpPr>
        <p:spPr bwMode="auto">
          <a:xfrm flipV="1">
            <a:off x="8805863" y="3216275"/>
            <a:ext cx="836612" cy="12461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1168" name="AutoShape 16">
            <a:extLst>
              <a:ext uri="{FF2B5EF4-FFF2-40B4-BE49-F238E27FC236}">
                <a16:creationId xmlns:a16="http://schemas.microsoft.com/office/drawing/2014/main" id="{5C43FD11-12EF-02CF-DC81-922C95CEBDE0}"/>
              </a:ext>
            </a:extLst>
          </p:cNvPr>
          <p:cNvCxnSpPr>
            <a:cxnSpLocks noChangeShapeType="1"/>
            <a:stCxn id="561159" idx="5"/>
            <a:endCxn id="561162"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1169" name="AutoShape 17">
            <a:extLst>
              <a:ext uri="{FF2B5EF4-FFF2-40B4-BE49-F238E27FC236}">
                <a16:creationId xmlns:a16="http://schemas.microsoft.com/office/drawing/2014/main" id="{EDC2D97E-A78A-2F69-099F-A7A766E3B4C2}"/>
              </a:ext>
            </a:extLst>
          </p:cNvPr>
          <p:cNvCxnSpPr>
            <a:cxnSpLocks noChangeShapeType="1"/>
            <a:stCxn id="561162" idx="5"/>
            <a:endCxn id="561157"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1170" name="AutoShape 18">
            <a:extLst>
              <a:ext uri="{FF2B5EF4-FFF2-40B4-BE49-F238E27FC236}">
                <a16:creationId xmlns:a16="http://schemas.microsoft.com/office/drawing/2014/main" id="{F2402494-2DE9-774F-E70F-7ADF7C42E8F3}"/>
              </a:ext>
            </a:extLst>
          </p:cNvPr>
          <p:cNvCxnSpPr>
            <a:cxnSpLocks noChangeShapeType="1"/>
            <a:stCxn id="561162" idx="6"/>
            <a:endCxn id="561161"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1171" name="AutoShape 19">
            <a:extLst>
              <a:ext uri="{FF2B5EF4-FFF2-40B4-BE49-F238E27FC236}">
                <a16:creationId xmlns:a16="http://schemas.microsoft.com/office/drawing/2014/main" id="{99FD3D1B-36BA-6896-5861-E542D84387E3}"/>
              </a:ext>
            </a:extLst>
          </p:cNvPr>
          <p:cNvCxnSpPr>
            <a:cxnSpLocks noChangeShapeType="1"/>
            <a:stCxn id="561161" idx="4"/>
            <a:endCxn id="561157" idx="1"/>
          </p:cNvCxnSpPr>
          <p:nvPr/>
        </p:nvCxnSpPr>
        <p:spPr bwMode="auto">
          <a:xfrm>
            <a:off x="8699501" y="4735514"/>
            <a:ext cx="1147763" cy="12080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1172" name="AutoShape 20">
            <a:extLst>
              <a:ext uri="{FF2B5EF4-FFF2-40B4-BE49-F238E27FC236}">
                <a16:creationId xmlns:a16="http://schemas.microsoft.com/office/drawing/2014/main" id="{286C3043-82F9-7221-AE98-51DA80F68D43}"/>
              </a:ext>
            </a:extLst>
          </p:cNvPr>
          <p:cNvCxnSpPr>
            <a:cxnSpLocks noChangeShapeType="1"/>
            <a:stCxn id="561156" idx="3"/>
            <a:endCxn id="561162"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1173" name="AutoShape 21">
            <a:extLst>
              <a:ext uri="{FF2B5EF4-FFF2-40B4-BE49-F238E27FC236}">
                <a16:creationId xmlns:a16="http://schemas.microsoft.com/office/drawing/2014/main" id="{0D758014-F489-40C2-A11A-97F35B6A9305}"/>
              </a:ext>
            </a:extLst>
          </p:cNvPr>
          <p:cNvCxnSpPr>
            <a:cxnSpLocks noChangeShapeType="1"/>
            <a:stCxn id="561159" idx="4"/>
            <a:endCxn id="561160"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1174" name="AutoShape 22">
            <a:extLst>
              <a:ext uri="{FF2B5EF4-FFF2-40B4-BE49-F238E27FC236}">
                <a16:creationId xmlns:a16="http://schemas.microsoft.com/office/drawing/2014/main" id="{3F640654-4B98-77B7-5CFD-DB05FCFFB573}"/>
              </a:ext>
            </a:extLst>
          </p:cNvPr>
          <p:cNvCxnSpPr>
            <a:cxnSpLocks noChangeShapeType="1"/>
            <a:stCxn id="561160" idx="6"/>
            <a:endCxn id="561162"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1175" name="AutoShape 23">
            <a:extLst>
              <a:ext uri="{FF2B5EF4-FFF2-40B4-BE49-F238E27FC236}">
                <a16:creationId xmlns:a16="http://schemas.microsoft.com/office/drawing/2014/main" id="{B08E17A9-733F-DE52-101F-B37759079A71}"/>
              </a:ext>
            </a:extLst>
          </p:cNvPr>
          <p:cNvCxnSpPr>
            <a:cxnSpLocks noChangeShapeType="1"/>
            <a:stCxn id="561158" idx="6"/>
            <a:endCxn id="561156"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1176" name="AutoShape 24">
            <a:extLst>
              <a:ext uri="{FF2B5EF4-FFF2-40B4-BE49-F238E27FC236}">
                <a16:creationId xmlns:a16="http://schemas.microsoft.com/office/drawing/2014/main" id="{A4761D97-1ABA-7520-29F7-6900F95CC060}"/>
              </a:ext>
            </a:extLst>
          </p:cNvPr>
          <p:cNvCxnSpPr>
            <a:cxnSpLocks noChangeShapeType="1"/>
            <a:stCxn id="561160" idx="6"/>
            <a:endCxn id="561157"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1177" name="AutoShape 25">
            <a:extLst>
              <a:ext uri="{FF2B5EF4-FFF2-40B4-BE49-F238E27FC236}">
                <a16:creationId xmlns:a16="http://schemas.microsoft.com/office/drawing/2014/main" id="{A664953D-D40E-1D38-B75A-F78EC3DFF014}"/>
              </a:ext>
            </a:extLst>
          </p:cNvPr>
          <p:cNvCxnSpPr>
            <a:cxnSpLocks noChangeShapeType="1"/>
            <a:stCxn id="561156" idx="5"/>
            <a:endCxn id="561157"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61178" name="Text Box 26">
            <a:extLst>
              <a:ext uri="{FF2B5EF4-FFF2-40B4-BE49-F238E27FC236}">
                <a16:creationId xmlns:a16="http://schemas.microsoft.com/office/drawing/2014/main" id="{DB2FC7ED-AFFF-F159-7305-E9FB5555AA57}"/>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561179" name="Text Box 27">
            <a:extLst>
              <a:ext uri="{FF2B5EF4-FFF2-40B4-BE49-F238E27FC236}">
                <a16:creationId xmlns:a16="http://schemas.microsoft.com/office/drawing/2014/main" id="{6EA9B31B-09BF-DEEE-D212-6CAF57226090}"/>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561180" name="Text Box 28">
            <a:extLst>
              <a:ext uri="{FF2B5EF4-FFF2-40B4-BE49-F238E27FC236}">
                <a16:creationId xmlns:a16="http://schemas.microsoft.com/office/drawing/2014/main" id="{42FD3BE0-C3FA-8486-3F22-8D49C991C1EE}"/>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561181" name="Text Box 29">
            <a:extLst>
              <a:ext uri="{FF2B5EF4-FFF2-40B4-BE49-F238E27FC236}">
                <a16:creationId xmlns:a16="http://schemas.microsoft.com/office/drawing/2014/main" id="{572A47FB-D7F8-B733-F87B-E6540AC30A7A}"/>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561182" name="Text Box 30">
            <a:extLst>
              <a:ext uri="{FF2B5EF4-FFF2-40B4-BE49-F238E27FC236}">
                <a16:creationId xmlns:a16="http://schemas.microsoft.com/office/drawing/2014/main" id="{24A87BAA-3ED5-D611-F389-7A4D49635125}"/>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561183" name="Text Box 31">
            <a:extLst>
              <a:ext uri="{FF2B5EF4-FFF2-40B4-BE49-F238E27FC236}">
                <a16:creationId xmlns:a16="http://schemas.microsoft.com/office/drawing/2014/main" id="{9EBDC922-8699-1A66-1F70-2AC64DB003B5}"/>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561184" name="Text Box 32">
            <a:extLst>
              <a:ext uri="{FF2B5EF4-FFF2-40B4-BE49-F238E27FC236}">
                <a16:creationId xmlns:a16="http://schemas.microsoft.com/office/drawing/2014/main" id="{5FA95988-7C53-B0EE-2BE8-E2024470D6A5}"/>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561185" name="Text Box 33">
            <a:extLst>
              <a:ext uri="{FF2B5EF4-FFF2-40B4-BE49-F238E27FC236}">
                <a16:creationId xmlns:a16="http://schemas.microsoft.com/office/drawing/2014/main" id="{8AC4FFC3-1B65-A8D5-69AC-F53A4D45A452}"/>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561186" name="Text Box 34">
            <a:extLst>
              <a:ext uri="{FF2B5EF4-FFF2-40B4-BE49-F238E27FC236}">
                <a16:creationId xmlns:a16="http://schemas.microsoft.com/office/drawing/2014/main" id="{48F9D96A-3FA0-1072-D139-2D02254685D5}"/>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561187" name="Text Box 35">
            <a:extLst>
              <a:ext uri="{FF2B5EF4-FFF2-40B4-BE49-F238E27FC236}">
                <a16:creationId xmlns:a16="http://schemas.microsoft.com/office/drawing/2014/main" id="{4F66D25A-7309-6433-6D48-9B9325A1DD19}"/>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561188" name="Text Box 36">
            <a:extLst>
              <a:ext uri="{FF2B5EF4-FFF2-40B4-BE49-F238E27FC236}">
                <a16:creationId xmlns:a16="http://schemas.microsoft.com/office/drawing/2014/main" id="{E22F434C-E1F7-DB9B-BB51-5F0E58EE483C}"/>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561189" name="Text Box 37">
            <a:extLst>
              <a:ext uri="{FF2B5EF4-FFF2-40B4-BE49-F238E27FC236}">
                <a16:creationId xmlns:a16="http://schemas.microsoft.com/office/drawing/2014/main" id="{A4604CC5-6963-762E-DD24-5110E0E5292C}"/>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561190" name="Text Box 38">
            <a:extLst>
              <a:ext uri="{FF2B5EF4-FFF2-40B4-BE49-F238E27FC236}">
                <a16:creationId xmlns:a16="http://schemas.microsoft.com/office/drawing/2014/main" id="{CF0C9E1C-6E90-4637-D77F-96BA7185AB40}"/>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61191" name="Text Box 39">
            <a:extLst>
              <a:ext uri="{FF2B5EF4-FFF2-40B4-BE49-F238E27FC236}">
                <a16:creationId xmlns:a16="http://schemas.microsoft.com/office/drawing/2014/main" id="{672B379B-0BA6-62BE-B0A2-114AA2EF93DD}"/>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561192" name="Text Box 40">
            <a:extLst>
              <a:ext uri="{FF2B5EF4-FFF2-40B4-BE49-F238E27FC236}">
                <a16:creationId xmlns:a16="http://schemas.microsoft.com/office/drawing/2014/main" id="{EA08A2C3-BAC5-3221-E07B-9A85338AEE9F}"/>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61194" name="Text Box 42">
            <a:extLst>
              <a:ext uri="{FF2B5EF4-FFF2-40B4-BE49-F238E27FC236}">
                <a16:creationId xmlns:a16="http://schemas.microsoft.com/office/drawing/2014/main" id="{01E79896-1A0B-ACAA-32E9-8AD57CB62439}"/>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( 6, 6, 9, 11, 14, 14, 16, 18, 19, 20, 23, 30, 44 )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99451B2E-E673-AB9D-1E9F-0BB9F9C5B0CC}"/>
              </a:ext>
            </a:extLst>
          </p:cNvPr>
          <p:cNvSpPr>
            <a:spLocks noGrp="1"/>
          </p:cNvSpPr>
          <p:nvPr>
            <p:ph type="sldNum" sz="quarter" idx="10"/>
          </p:nvPr>
        </p:nvSpPr>
        <p:spPr/>
        <p:txBody>
          <a:bodyPr/>
          <a:lstStyle/>
          <a:p>
            <a:fld id="{127F856C-4593-4619-9477-E4D2073CE03E}" type="slidenum">
              <a:rPr lang="en-US" altLang="en-US"/>
              <a:pPr/>
              <a:t>31</a:t>
            </a:fld>
            <a:endParaRPr lang="en-US" altLang="en-US" sz="1400"/>
          </a:p>
        </p:txBody>
      </p:sp>
      <p:sp>
        <p:nvSpPr>
          <p:cNvPr id="666626" name="Rectangle 2">
            <a:extLst>
              <a:ext uri="{FF2B5EF4-FFF2-40B4-BE49-F238E27FC236}">
                <a16:creationId xmlns:a16="http://schemas.microsoft.com/office/drawing/2014/main" id="{EAB57072-0DEA-2E6C-DE8C-7239984C7789}"/>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666627" name="Oval 3">
            <a:extLst>
              <a:ext uri="{FF2B5EF4-FFF2-40B4-BE49-F238E27FC236}">
                <a16:creationId xmlns:a16="http://schemas.microsoft.com/office/drawing/2014/main" id="{CF7F2243-65B5-FBA2-4254-842262031124}"/>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666628" name="Oval 4">
            <a:extLst>
              <a:ext uri="{FF2B5EF4-FFF2-40B4-BE49-F238E27FC236}">
                <a16:creationId xmlns:a16="http://schemas.microsoft.com/office/drawing/2014/main" id="{DA42A567-30E0-0E50-2AEA-9E07DC61D7C7}"/>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666629" name="Oval 5">
            <a:extLst>
              <a:ext uri="{FF2B5EF4-FFF2-40B4-BE49-F238E27FC236}">
                <a16:creationId xmlns:a16="http://schemas.microsoft.com/office/drawing/2014/main" id="{28477E0B-6CC5-E132-2C41-8E4CE231B8BE}"/>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666630" name="Oval 6">
            <a:extLst>
              <a:ext uri="{FF2B5EF4-FFF2-40B4-BE49-F238E27FC236}">
                <a16:creationId xmlns:a16="http://schemas.microsoft.com/office/drawing/2014/main" id="{91A932E9-8908-C572-1475-F188E6248A04}"/>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666631" name="Oval 7">
            <a:extLst>
              <a:ext uri="{FF2B5EF4-FFF2-40B4-BE49-F238E27FC236}">
                <a16:creationId xmlns:a16="http://schemas.microsoft.com/office/drawing/2014/main" id="{BDCA6207-AE0C-8A22-6FBE-BF26EC37BAC6}"/>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666632" name="Oval 8">
            <a:extLst>
              <a:ext uri="{FF2B5EF4-FFF2-40B4-BE49-F238E27FC236}">
                <a16:creationId xmlns:a16="http://schemas.microsoft.com/office/drawing/2014/main" id="{274D0654-4834-29D3-A7F5-A593FFAF68FE}"/>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666633" name="Oval 9">
            <a:extLst>
              <a:ext uri="{FF2B5EF4-FFF2-40B4-BE49-F238E27FC236}">
                <a16:creationId xmlns:a16="http://schemas.microsoft.com/office/drawing/2014/main" id="{6E6675A9-B4C6-8A2A-C4C0-65C9D1F3C2FE}"/>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666634" name="Oval 10">
            <a:extLst>
              <a:ext uri="{FF2B5EF4-FFF2-40B4-BE49-F238E27FC236}">
                <a16:creationId xmlns:a16="http://schemas.microsoft.com/office/drawing/2014/main" id="{E4FD4359-2969-A02A-5A0F-6C2D09AE9EA5}"/>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666635" name="AutoShape 11">
            <a:extLst>
              <a:ext uri="{FF2B5EF4-FFF2-40B4-BE49-F238E27FC236}">
                <a16:creationId xmlns:a16="http://schemas.microsoft.com/office/drawing/2014/main" id="{1EEB236C-BC41-AD12-89CD-4587E7BAD13D}"/>
              </a:ext>
            </a:extLst>
          </p:cNvPr>
          <p:cNvCxnSpPr>
            <a:cxnSpLocks noChangeShapeType="1"/>
            <a:stCxn id="666627" idx="7"/>
            <a:endCxn id="666630" idx="2"/>
          </p:cNvCxnSpPr>
          <p:nvPr/>
        </p:nvCxnSpPr>
        <p:spPr bwMode="auto">
          <a:xfrm flipV="1">
            <a:off x="2081213" y="3057526"/>
            <a:ext cx="1511300" cy="379413"/>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6636" name="AutoShape 12">
            <a:extLst>
              <a:ext uri="{FF2B5EF4-FFF2-40B4-BE49-F238E27FC236}">
                <a16:creationId xmlns:a16="http://schemas.microsoft.com/office/drawing/2014/main" id="{9E5B1FA9-8F9D-E914-B490-C1FF39F2F91D}"/>
              </a:ext>
            </a:extLst>
          </p:cNvPr>
          <p:cNvCxnSpPr>
            <a:cxnSpLocks noChangeShapeType="1"/>
            <a:stCxn id="666627" idx="6"/>
            <a:endCxn id="666631" idx="1"/>
          </p:cNvCxnSpPr>
          <p:nvPr/>
        </p:nvCxnSpPr>
        <p:spPr bwMode="auto">
          <a:xfrm>
            <a:off x="2133600" y="3551239"/>
            <a:ext cx="2317750" cy="56197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6637" name="AutoShape 13">
            <a:extLst>
              <a:ext uri="{FF2B5EF4-FFF2-40B4-BE49-F238E27FC236}">
                <a16:creationId xmlns:a16="http://schemas.microsoft.com/office/drawing/2014/main" id="{15543378-6E6C-5DFE-448F-5BACEDCBCC16}"/>
              </a:ext>
            </a:extLst>
          </p:cNvPr>
          <p:cNvCxnSpPr>
            <a:cxnSpLocks noChangeShapeType="1"/>
            <a:stCxn id="666627" idx="5"/>
            <a:endCxn id="666632"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6638" name="AutoShape 14">
            <a:extLst>
              <a:ext uri="{FF2B5EF4-FFF2-40B4-BE49-F238E27FC236}">
                <a16:creationId xmlns:a16="http://schemas.microsoft.com/office/drawing/2014/main" id="{67E714CB-4917-962D-DF43-0A6BC4DB31DF}"/>
              </a:ext>
            </a:extLst>
          </p:cNvPr>
          <p:cNvCxnSpPr>
            <a:cxnSpLocks noChangeShapeType="1"/>
            <a:stCxn id="666631" idx="7"/>
            <a:endCxn id="666628"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6639" name="AutoShape 15">
            <a:extLst>
              <a:ext uri="{FF2B5EF4-FFF2-40B4-BE49-F238E27FC236}">
                <a16:creationId xmlns:a16="http://schemas.microsoft.com/office/drawing/2014/main" id="{66564C9D-99C9-BA59-5959-D7EF32F5FBFC}"/>
              </a:ext>
            </a:extLst>
          </p:cNvPr>
          <p:cNvCxnSpPr>
            <a:cxnSpLocks noChangeShapeType="1"/>
            <a:stCxn id="666633" idx="7"/>
            <a:endCxn id="666628" idx="4"/>
          </p:cNvCxnSpPr>
          <p:nvPr/>
        </p:nvCxnSpPr>
        <p:spPr bwMode="auto">
          <a:xfrm flipV="1">
            <a:off x="8805863" y="3216275"/>
            <a:ext cx="836612" cy="12461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6640" name="AutoShape 16">
            <a:extLst>
              <a:ext uri="{FF2B5EF4-FFF2-40B4-BE49-F238E27FC236}">
                <a16:creationId xmlns:a16="http://schemas.microsoft.com/office/drawing/2014/main" id="{A99101C7-7F7B-D3C8-DA7A-5AA5010B64A9}"/>
              </a:ext>
            </a:extLst>
          </p:cNvPr>
          <p:cNvCxnSpPr>
            <a:cxnSpLocks noChangeShapeType="1"/>
            <a:stCxn id="666631" idx="5"/>
            <a:endCxn id="666634"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6641" name="AutoShape 17">
            <a:extLst>
              <a:ext uri="{FF2B5EF4-FFF2-40B4-BE49-F238E27FC236}">
                <a16:creationId xmlns:a16="http://schemas.microsoft.com/office/drawing/2014/main" id="{19F1B1F1-CE8A-E2D4-3CF0-C760D590E030}"/>
              </a:ext>
            </a:extLst>
          </p:cNvPr>
          <p:cNvCxnSpPr>
            <a:cxnSpLocks noChangeShapeType="1"/>
            <a:stCxn id="666634" idx="5"/>
            <a:endCxn id="666629"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6642" name="AutoShape 18">
            <a:extLst>
              <a:ext uri="{FF2B5EF4-FFF2-40B4-BE49-F238E27FC236}">
                <a16:creationId xmlns:a16="http://schemas.microsoft.com/office/drawing/2014/main" id="{17C83852-28AD-0B16-4175-A88661CB8C12}"/>
              </a:ext>
            </a:extLst>
          </p:cNvPr>
          <p:cNvCxnSpPr>
            <a:cxnSpLocks noChangeShapeType="1"/>
            <a:stCxn id="666634" idx="6"/>
            <a:endCxn id="666633"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6643" name="AutoShape 19">
            <a:extLst>
              <a:ext uri="{FF2B5EF4-FFF2-40B4-BE49-F238E27FC236}">
                <a16:creationId xmlns:a16="http://schemas.microsoft.com/office/drawing/2014/main" id="{139A71CF-FB11-36CC-3242-EBA8841ADD7F}"/>
              </a:ext>
            </a:extLst>
          </p:cNvPr>
          <p:cNvCxnSpPr>
            <a:cxnSpLocks noChangeShapeType="1"/>
            <a:stCxn id="666633" idx="4"/>
            <a:endCxn id="666629" idx="1"/>
          </p:cNvCxnSpPr>
          <p:nvPr/>
        </p:nvCxnSpPr>
        <p:spPr bwMode="auto">
          <a:xfrm>
            <a:off x="8699501" y="4735514"/>
            <a:ext cx="1147763" cy="12080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6644" name="AutoShape 20">
            <a:extLst>
              <a:ext uri="{FF2B5EF4-FFF2-40B4-BE49-F238E27FC236}">
                <a16:creationId xmlns:a16="http://schemas.microsoft.com/office/drawing/2014/main" id="{6870E4B8-3DD3-4E63-69C2-CA0E6A77259C}"/>
              </a:ext>
            </a:extLst>
          </p:cNvPr>
          <p:cNvCxnSpPr>
            <a:cxnSpLocks noChangeShapeType="1"/>
            <a:stCxn id="666628" idx="3"/>
            <a:endCxn id="666634"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6645" name="AutoShape 21">
            <a:extLst>
              <a:ext uri="{FF2B5EF4-FFF2-40B4-BE49-F238E27FC236}">
                <a16:creationId xmlns:a16="http://schemas.microsoft.com/office/drawing/2014/main" id="{79D8F15A-97C3-F76E-336B-C14F4AA76E2A}"/>
              </a:ext>
            </a:extLst>
          </p:cNvPr>
          <p:cNvCxnSpPr>
            <a:cxnSpLocks noChangeShapeType="1"/>
            <a:stCxn id="666631" idx="4"/>
            <a:endCxn id="666632"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6646" name="AutoShape 22">
            <a:extLst>
              <a:ext uri="{FF2B5EF4-FFF2-40B4-BE49-F238E27FC236}">
                <a16:creationId xmlns:a16="http://schemas.microsoft.com/office/drawing/2014/main" id="{51936C7D-51E4-F343-B1F0-88BA9CFA3004}"/>
              </a:ext>
            </a:extLst>
          </p:cNvPr>
          <p:cNvCxnSpPr>
            <a:cxnSpLocks noChangeShapeType="1"/>
            <a:stCxn id="666632" idx="6"/>
            <a:endCxn id="666634"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6647" name="AutoShape 23">
            <a:extLst>
              <a:ext uri="{FF2B5EF4-FFF2-40B4-BE49-F238E27FC236}">
                <a16:creationId xmlns:a16="http://schemas.microsoft.com/office/drawing/2014/main" id="{55E783D1-D65E-6785-E886-6D67126CB98C}"/>
              </a:ext>
            </a:extLst>
          </p:cNvPr>
          <p:cNvCxnSpPr>
            <a:cxnSpLocks noChangeShapeType="1"/>
            <a:stCxn id="666630" idx="6"/>
            <a:endCxn id="666628"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6648" name="AutoShape 24">
            <a:extLst>
              <a:ext uri="{FF2B5EF4-FFF2-40B4-BE49-F238E27FC236}">
                <a16:creationId xmlns:a16="http://schemas.microsoft.com/office/drawing/2014/main" id="{AA7FB52C-89AD-712A-5F68-837142CA46C2}"/>
              </a:ext>
            </a:extLst>
          </p:cNvPr>
          <p:cNvCxnSpPr>
            <a:cxnSpLocks noChangeShapeType="1"/>
            <a:stCxn id="666632" idx="6"/>
            <a:endCxn id="666629"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6649" name="AutoShape 25">
            <a:extLst>
              <a:ext uri="{FF2B5EF4-FFF2-40B4-BE49-F238E27FC236}">
                <a16:creationId xmlns:a16="http://schemas.microsoft.com/office/drawing/2014/main" id="{19103726-98F0-A05B-E452-C893A6DBC3D4}"/>
              </a:ext>
            </a:extLst>
          </p:cNvPr>
          <p:cNvCxnSpPr>
            <a:cxnSpLocks noChangeShapeType="1"/>
            <a:stCxn id="666628" idx="5"/>
            <a:endCxn id="666629"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66650" name="Text Box 26">
            <a:extLst>
              <a:ext uri="{FF2B5EF4-FFF2-40B4-BE49-F238E27FC236}">
                <a16:creationId xmlns:a16="http://schemas.microsoft.com/office/drawing/2014/main" id="{D8D0BB3B-3002-199E-B6A6-F6E1A42A34C6}"/>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666651" name="Text Box 27">
            <a:extLst>
              <a:ext uri="{FF2B5EF4-FFF2-40B4-BE49-F238E27FC236}">
                <a16:creationId xmlns:a16="http://schemas.microsoft.com/office/drawing/2014/main" id="{189FAE1E-D712-5C57-7217-59CCC7B10992}"/>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666652" name="Text Box 28">
            <a:extLst>
              <a:ext uri="{FF2B5EF4-FFF2-40B4-BE49-F238E27FC236}">
                <a16:creationId xmlns:a16="http://schemas.microsoft.com/office/drawing/2014/main" id="{A1812685-8EAE-99C7-84AF-33BE9148E354}"/>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666653" name="Text Box 29">
            <a:extLst>
              <a:ext uri="{FF2B5EF4-FFF2-40B4-BE49-F238E27FC236}">
                <a16:creationId xmlns:a16="http://schemas.microsoft.com/office/drawing/2014/main" id="{72861A3C-5ABC-9C39-C029-0E70B7785557}"/>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666654" name="Text Box 30">
            <a:extLst>
              <a:ext uri="{FF2B5EF4-FFF2-40B4-BE49-F238E27FC236}">
                <a16:creationId xmlns:a16="http://schemas.microsoft.com/office/drawing/2014/main" id="{7BC5523F-36BA-6F62-8D56-B78FE2BEFB3A}"/>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666655" name="Text Box 31">
            <a:extLst>
              <a:ext uri="{FF2B5EF4-FFF2-40B4-BE49-F238E27FC236}">
                <a16:creationId xmlns:a16="http://schemas.microsoft.com/office/drawing/2014/main" id="{8BBB6C70-08B9-0918-E38A-159623C5D95E}"/>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666656" name="Text Box 32">
            <a:extLst>
              <a:ext uri="{FF2B5EF4-FFF2-40B4-BE49-F238E27FC236}">
                <a16:creationId xmlns:a16="http://schemas.microsoft.com/office/drawing/2014/main" id="{E202BC56-1704-251D-3680-E1B58C97B6B2}"/>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666657" name="Text Box 33">
            <a:extLst>
              <a:ext uri="{FF2B5EF4-FFF2-40B4-BE49-F238E27FC236}">
                <a16:creationId xmlns:a16="http://schemas.microsoft.com/office/drawing/2014/main" id="{E54011D5-6227-775E-8E25-6BF5375A5F62}"/>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666658" name="Text Box 34">
            <a:extLst>
              <a:ext uri="{FF2B5EF4-FFF2-40B4-BE49-F238E27FC236}">
                <a16:creationId xmlns:a16="http://schemas.microsoft.com/office/drawing/2014/main" id="{5E467103-41A8-4D1C-B979-ED55E6FCF6DF}"/>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666659" name="Text Box 35">
            <a:extLst>
              <a:ext uri="{FF2B5EF4-FFF2-40B4-BE49-F238E27FC236}">
                <a16:creationId xmlns:a16="http://schemas.microsoft.com/office/drawing/2014/main" id="{0F2C986E-32BC-D427-2246-2D39186D8F87}"/>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666660" name="Text Box 36">
            <a:extLst>
              <a:ext uri="{FF2B5EF4-FFF2-40B4-BE49-F238E27FC236}">
                <a16:creationId xmlns:a16="http://schemas.microsoft.com/office/drawing/2014/main" id="{2A6D9814-7FB0-6764-10A2-A447BD0CFBAD}"/>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666661" name="Text Box 37">
            <a:extLst>
              <a:ext uri="{FF2B5EF4-FFF2-40B4-BE49-F238E27FC236}">
                <a16:creationId xmlns:a16="http://schemas.microsoft.com/office/drawing/2014/main" id="{DB2B89AE-6907-C6B9-C5EE-AB114023019F}"/>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666662" name="Text Box 38">
            <a:extLst>
              <a:ext uri="{FF2B5EF4-FFF2-40B4-BE49-F238E27FC236}">
                <a16:creationId xmlns:a16="http://schemas.microsoft.com/office/drawing/2014/main" id="{8BABFA87-9FB0-EFB6-3A62-157F3411F203}"/>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66663" name="Text Box 39">
            <a:extLst>
              <a:ext uri="{FF2B5EF4-FFF2-40B4-BE49-F238E27FC236}">
                <a16:creationId xmlns:a16="http://schemas.microsoft.com/office/drawing/2014/main" id="{C89B82EB-736E-22C3-4D5D-E0C98272BCD1}"/>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666664" name="Text Box 40">
            <a:extLst>
              <a:ext uri="{FF2B5EF4-FFF2-40B4-BE49-F238E27FC236}">
                <a16:creationId xmlns:a16="http://schemas.microsoft.com/office/drawing/2014/main" id="{4273164C-27A1-2296-5EB6-E59250A8D7C7}"/>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66665" name="Text Box 41">
            <a:extLst>
              <a:ext uri="{FF2B5EF4-FFF2-40B4-BE49-F238E27FC236}">
                <a16:creationId xmlns:a16="http://schemas.microsoft.com/office/drawing/2014/main" id="{9C73272F-7A7B-F70E-6D5B-E3BB136C4CAC}"/>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( 6, 6, 9, 11, 14, 14, 16, 18, 19, 20, 23, 30, 44 )</a:t>
            </a:r>
          </a:p>
        </p:txBody>
      </p:sp>
      <p:sp>
        <p:nvSpPr>
          <p:cNvPr id="666667" name="Text Box 43">
            <a:extLst>
              <a:ext uri="{FF2B5EF4-FFF2-40B4-BE49-F238E27FC236}">
                <a16:creationId xmlns:a16="http://schemas.microsoft.com/office/drawing/2014/main" id="{DA089EF5-409C-F896-2799-1EA3275BE3E8}"/>
              </a:ext>
            </a:extLst>
          </p:cNvPr>
          <p:cNvSpPr txBox="1">
            <a:spLocks noChangeArrowheads="1"/>
          </p:cNvSpPr>
          <p:nvPr/>
        </p:nvSpPr>
        <p:spPr bwMode="auto">
          <a:xfrm>
            <a:off x="9067800" y="4572000"/>
            <a:ext cx="12779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p>
            <a:r>
              <a:rPr lang="en-US" altLang="en-US" sz="1600">
                <a:solidFill>
                  <a:schemeClr val="accent1"/>
                </a:solidFill>
              </a:rPr>
              <a:t>PQdelmin()</a:t>
            </a:r>
            <a:endParaRPr lang="en-US" altLang="en-US"/>
          </a:p>
        </p:txBody>
      </p:sp>
      <p:sp>
        <p:nvSpPr>
          <p:cNvPr id="666668" name="AutoShape 44">
            <a:extLst>
              <a:ext uri="{FF2B5EF4-FFF2-40B4-BE49-F238E27FC236}">
                <a16:creationId xmlns:a16="http://schemas.microsoft.com/office/drawing/2014/main" id="{A672F46B-00AD-04F3-15F5-521B041D1ED6}"/>
              </a:ext>
            </a:extLst>
          </p:cNvPr>
          <p:cNvSpPr>
            <a:spLocks noChangeArrowheads="1"/>
          </p:cNvSpPr>
          <p:nvPr/>
        </p:nvSpPr>
        <p:spPr bwMode="auto">
          <a:xfrm rot="8801462">
            <a:off x="9296401" y="4114800"/>
            <a:ext cx="174625" cy="381000"/>
          </a:xfrm>
          <a:prstGeom prst="downArrow">
            <a:avLst>
              <a:gd name="adj1" fmla="val 50000"/>
              <a:gd name="adj2" fmla="val 54545"/>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C6992836-20BB-CE1B-731B-7D6F2C0087A2}"/>
              </a:ext>
            </a:extLst>
          </p:cNvPr>
          <p:cNvSpPr>
            <a:spLocks noGrp="1"/>
          </p:cNvSpPr>
          <p:nvPr>
            <p:ph type="sldNum" sz="quarter" idx="10"/>
          </p:nvPr>
        </p:nvSpPr>
        <p:spPr/>
        <p:txBody>
          <a:bodyPr/>
          <a:lstStyle/>
          <a:p>
            <a:fld id="{68EA37ED-E830-4ADF-AE32-A082C7330D21}" type="slidenum">
              <a:rPr lang="en-US" altLang="en-US"/>
              <a:pPr/>
              <a:t>32</a:t>
            </a:fld>
            <a:endParaRPr lang="en-US" altLang="en-US" sz="1400"/>
          </a:p>
        </p:txBody>
      </p:sp>
      <p:sp>
        <p:nvSpPr>
          <p:cNvPr id="562178" name="Rectangle 2">
            <a:extLst>
              <a:ext uri="{FF2B5EF4-FFF2-40B4-BE49-F238E27FC236}">
                <a16:creationId xmlns:a16="http://schemas.microsoft.com/office/drawing/2014/main" id="{A60D6C87-CAD6-458D-CB0D-465ACEBECCB5}"/>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562179" name="Oval 3">
            <a:extLst>
              <a:ext uri="{FF2B5EF4-FFF2-40B4-BE49-F238E27FC236}">
                <a16:creationId xmlns:a16="http://schemas.microsoft.com/office/drawing/2014/main" id="{4728A9D7-203C-81F9-FD2A-FCC000BD8A10}"/>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562180" name="Oval 4">
            <a:extLst>
              <a:ext uri="{FF2B5EF4-FFF2-40B4-BE49-F238E27FC236}">
                <a16:creationId xmlns:a16="http://schemas.microsoft.com/office/drawing/2014/main" id="{98B11DE2-40FD-842A-599F-3912E6110F14}"/>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562181" name="Oval 5">
            <a:extLst>
              <a:ext uri="{FF2B5EF4-FFF2-40B4-BE49-F238E27FC236}">
                <a16:creationId xmlns:a16="http://schemas.microsoft.com/office/drawing/2014/main" id="{E856CAC7-4ECD-3061-4E86-A18FCBE761FD}"/>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562182" name="Oval 6">
            <a:extLst>
              <a:ext uri="{FF2B5EF4-FFF2-40B4-BE49-F238E27FC236}">
                <a16:creationId xmlns:a16="http://schemas.microsoft.com/office/drawing/2014/main" id="{5FBBF4D0-19EB-5BDC-CF52-97493DF76922}"/>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562183" name="Oval 7">
            <a:extLst>
              <a:ext uri="{FF2B5EF4-FFF2-40B4-BE49-F238E27FC236}">
                <a16:creationId xmlns:a16="http://schemas.microsoft.com/office/drawing/2014/main" id="{F24A32FC-BF29-4D43-C751-8197E0BD394C}"/>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562184" name="Oval 8">
            <a:extLst>
              <a:ext uri="{FF2B5EF4-FFF2-40B4-BE49-F238E27FC236}">
                <a16:creationId xmlns:a16="http://schemas.microsoft.com/office/drawing/2014/main" id="{9DDD942E-2777-E093-E745-C557806B8E90}"/>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562185" name="Oval 9">
            <a:extLst>
              <a:ext uri="{FF2B5EF4-FFF2-40B4-BE49-F238E27FC236}">
                <a16:creationId xmlns:a16="http://schemas.microsoft.com/office/drawing/2014/main" id="{BAD21EE5-829E-4564-BF1D-3DB92C52FD65}"/>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562186" name="Oval 10">
            <a:extLst>
              <a:ext uri="{FF2B5EF4-FFF2-40B4-BE49-F238E27FC236}">
                <a16:creationId xmlns:a16="http://schemas.microsoft.com/office/drawing/2014/main" id="{A11AFEA2-C8E6-83F2-3056-BB5BC42A2A31}"/>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562187" name="AutoShape 11">
            <a:extLst>
              <a:ext uri="{FF2B5EF4-FFF2-40B4-BE49-F238E27FC236}">
                <a16:creationId xmlns:a16="http://schemas.microsoft.com/office/drawing/2014/main" id="{87FAAC93-803E-B352-95C4-59FB69D44CD0}"/>
              </a:ext>
            </a:extLst>
          </p:cNvPr>
          <p:cNvCxnSpPr>
            <a:cxnSpLocks noChangeShapeType="1"/>
            <a:stCxn id="562179" idx="7"/>
            <a:endCxn id="562182" idx="2"/>
          </p:cNvCxnSpPr>
          <p:nvPr/>
        </p:nvCxnSpPr>
        <p:spPr bwMode="auto">
          <a:xfrm flipV="1">
            <a:off x="2081213" y="3057526"/>
            <a:ext cx="1511300" cy="379413"/>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2188" name="AutoShape 12">
            <a:extLst>
              <a:ext uri="{FF2B5EF4-FFF2-40B4-BE49-F238E27FC236}">
                <a16:creationId xmlns:a16="http://schemas.microsoft.com/office/drawing/2014/main" id="{1493B790-AFB1-4666-C2FE-B82AC5EE4C6C}"/>
              </a:ext>
            </a:extLst>
          </p:cNvPr>
          <p:cNvCxnSpPr>
            <a:cxnSpLocks noChangeShapeType="1"/>
            <a:stCxn id="562179" idx="6"/>
            <a:endCxn id="562183" idx="1"/>
          </p:cNvCxnSpPr>
          <p:nvPr/>
        </p:nvCxnSpPr>
        <p:spPr bwMode="auto">
          <a:xfrm>
            <a:off x="2133600" y="3551239"/>
            <a:ext cx="2317750" cy="56197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2189" name="AutoShape 13">
            <a:extLst>
              <a:ext uri="{FF2B5EF4-FFF2-40B4-BE49-F238E27FC236}">
                <a16:creationId xmlns:a16="http://schemas.microsoft.com/office/drawing/2014/main" id="{C5BFC922-8C63-1099-8B95-0C9E43CC2FA7}"/>
              </a:ext>
            </a:extLst>
          </p:cNvPr>
          <p:cNvCxnSpPr>
            <a:cxnSpLocks noChangeShapeType="1"/>
            <a:stCxn id="562179" idx="5"/>
            <a:endCxn id="562184"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2190" name="AutoShape 14">
            <a:extLst>
              <a:ext uri="{FF2B5EF4-FFF2-40B4-BE49-F238E27FC236}">
                <a16:creationId xmlns:a16="http://schemas.microsoft.com/office/drawing/2014/main" id="{5523BD53-3E2A-B295-1B6E-118BE335B0DB}"/>
              </a:ext>
            </a:extLst>
          </p:cNvPr>
          <p:cNvCxnSpPr>
            <a:cxnSpLocks noChangeShapeType="1"/>
            <a:stCxn id="562183" idx="7"/>
            <a:endCxn id="562180"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2191" name="AutoShape 15">
            <a:extLst>
              <a:ext uri="{FF2B5EF4-FFF2-40B4-BE49-F238E27FC236}">
                <a16:creationId xmlns:a16="http://schemas.microsoft.com/office/drawing/2014/main" id="{58CF52E8-5FF3-8420-5F72-9C48AE72C567}"/>
              </a:ext>
            </a:extLst>
          </p:cNvPr>
          <p:cNvCxnSpPr>
            <a:cxnSpLocks noChangeShapeType="1"/>
            <a:stCxn id="562185" idx="7"/>
            <a:endCxn id="562180"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2192" name="AutoShape 16">
            <a:extLst>
              <a:ext uri="{FF2B5EF4-FFF2-40B4-BE49-F238E27FC236}">
                <a16:creationId xmlns:a16="http://schemas.microsoft.com/office/drawing/2014/main" id="{5649F6B5-46A4-83A4-DB02-5DCEF93A4FE1}"/>
              </a:ext>
            </a:extLst>
          </p:cNvPr>
          <p:cNvCxnSpPr>
            <a:cxnSpLocks noChangeShapeType="1"/>
            <a:stCxn id="562183" idx="5"/>
            <a:endCxn id="562186"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2193" name="AutoShape 17">
            <a:extLst>
              <a:ext uri="{FF2B5EF4-FFF2-40B4-BE49-F238E27FC236}">
                <a16:creationId xmlns:a16="http://schemas.microsoft.com/office/drawing/2014/main" id="{02B74803-4935-9EDE-763A-6FF8550CFE88}"/>
              </a:ext>
            </a:extLst>
          </p:cNvPr>
          <p:cNvCxnSpPr>
            <a:cxnSpLocks noChangeShapeType="1"/>
            <a:stCxn id="562186" idx="5"/>
            <a:endCxn id="562181"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2194" name="AutoShape 18">
            <a:extLst>
              <a:ext uri="{FF2B5EF4-FFF2-40B4-BE49-F238E27FC236}">
                <a16:creationId xmlns:a16="http://schemas.microsoft.com/office/drawing/2014/main" id="{74AEC07F-02D0-EC02-65A9-D58CD7CD7E6C}"/>
              </a:ext>
            </a:extLst>
          </p:cNvPr>
          <p:cNvCxnSpPr>
            <a:cxnSpLocks noChangeShapeType="1"/>
            <a:stCxn id="562186" idx="6"/>
            <a:endCxn id="562185"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2195" name="AutoShape 19">
            <a:extLst>
              <a:ext uri="{FF2B5EF4-FFF2-40B4-BE49-F238E27FC236}">
                <a16:creationId xmlns:a16="http://schemas.microsoft.com/office/drawing/2014/main" id="{9981EAF2-B6F4-4146-9EBC-BCDA656AC241}"/>
              </a:ext>
            </a:extLst>
          </p:cNvPr>
          <p:cNvCxnSpPr>
            <a:cxnSpLocks noChangeShapeType="1"/>
            <a:stCxn id="562185" idx="4"/>
            <a:endCxn id="562181" idx="1"/>
          </p:cNvCxnSpPr>
          <p:nvPr/>
        </p:nvCxnSpPr>
        <p:spPr bwMode="auto">
          <a:xfrm>
            <a:off x="8699501" y="4735514"/>
            <a:ext cx="1147763" cy="12080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2196" name="AutoShape 20">
            <a:extLst>
              <a:ext uri="{FF2B5EF4-FFF2-40B4-BE49-F238E27FC236}">
                <a16:creationId xmlns:a16="http://schemas.microsoft.com/office/drawing/2014/main" id="{404D4869-F856-FF4D-391D-8905AABF08E1}"/>
              </a:ext>
            </a:extLst>
          </p:cNvPr>
          <p:cNvCxnSpPr>
            <a:cxnSpLocks noChangeShapeType="1"/>
            <a:stCxn id="562180" idx="3"/>
            <a:endCxn id="562186"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2197" name="AutoShape 21">
            <a:extLst>
              <a:ext uri="{FF2B5EF4-FFF2-40B4-BE49-F238E27FC236}">
                <a16:creationId xmlns:a16="http://schemas.microsoft.com/office/drawing/2014/main" id="{D975466B-C93D-82B7-DD34-650B7106C8A9}"/>
              </a:ext>
            </a:extLst>
          </p:cNvPr>
          <p:cNvCxnSpPr>
            <a:cxnSpLocks noChangeShapeType="1"/>
            <a:stCxn id="562183" idx="4"/>
            <a:endCxn id="562184"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2198" name="AutoShape 22">
            <a:extLst>
              <a:ext uri="{FF2B5EF4-FFF2-40B4-BE49-F238E27FC236}">
                <a16:creationId xmlns:a16="http://schemas.microsoft.com/office/drawing/2014/main" id="{BE4B8FC7-92E7-5DD0-82A9-E47BC3541CB7}"/>
              </a:ext>
            </a:extLst>
          </p:cNvPr>
          <p:cNvCxnSpPr>
            <a:cxnSpLocks noChangeShapeType="1"/>
            <a:stCxn id="562184" idx="6"/>
            <a:endCxn id="562186"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2199" name="AutoShape 23">
            <a:extLst>
              <a:ext uri="{FF2B5EF4-FFF2-40B4-BE49-F238E27FC236}">
                <a16:creationId xmlns:a16="http://schemas.microsoft.com/office/drawing/2014/main" id="{5D4DB943-752B-F993-8B39-B8D36161BCA8}"/>
              </a:ext>
            </a:extLst>
          </p:cNvPr>
          <p:cNvCxnSpPr>
            <a:cxnSpLocks noChangeShapeType="1"/>
            <a:stCxn id="562182" idx="6"/>
            <a:endCxn id="562180"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2200" name="AutoShape 24">
            <a:extLst>
              <a:ext uri="{FF2B5EF4-FFF2-40B4-BE49-F238E27FC236}">
                <a16:creationId xmlns:a16="http://schemas.microsoft.com/office/drawing/2014/main" id="{9BD1693E-D6E9-40E3-084F-894C07B8194E}"/>
              </a:ext>
            </a:extLst>
          </p:cNvPr>
          <p:cNvCxnSpPr>
            <a:cxnSpLocks noChangeShapeType="1"/>
            <a:stCxn id="562184" idx="6"/>
            <a:endCxn id="562181"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2201" name="AutoShape 25">
            <a:extLst>
              <a:ext uri="{FF2B5EF4-FFF2-40B4-BE49-F238E27FC236}">
                <a16:creationId xmlns:a16="http://schemas.microsoft.com/office/drawing/2014/main" id="{2581D51A-183C-2266-D6E3-D3958F4BB37E}"/>
              </a:ext>
            </a:extLst>
          </p:cNvPr>
          <p:cNvCxnSpPr>
            <a:cxnSpLocks noChangeShapeType="1"/>
            <a:stCxn id="562180" idx="5"/>
            <a:endCxn id="562181"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62202" name="Text Box 26">
            <a:extLst>
              <a:ext uri="{FF2B5EF4-FFF2-40B4-BE49-F238E27FC236}">
                <a16:creationId xmlns:a16="http://schemas.microsoft.com/office/drawing/2014/main" id="{673739F5-1755-DCD2-341A-4861AAC47F48}"/>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562203" name="Text Box 27">
            <a:extLst>
              <a:ext uri="{FF2B5EF4-FFF2-40B4-BE49-F238E27FC236}">
                <a16:creationId xmlns:a16="http://schemas.microsoft.com/office/drawing/2014/main" id="{4D7254F8-406C-1A11-812F-87D12CBAC4D9}"/>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562204" name="Text Box 28">
            <a:extLst>
              <a:ext uri="{FF2B5EF4-FFF2-40B4-BE49-F238E27FC236}">
                <a16:creationId xmlns:a16="http://schemas.microsoft.com/office/drawing/2014/main" id="{5775543D-9DEB-AB64-1CEE-A830250722C9}"/>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562205" name="Text Box 29">
            <a:extLst>
              <a:ext uri="{FF2B5EF4-FFF2-40B4-BE49-F238E27FC236}">
                <a16:creationId xmlns:a16="http://schemas.microsoft.com/office/drawing/2014/main" id="{12FFC998-D4BF-91FF-00E9-72D1BC5B1581}"/>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562206" name="Text Box 30">
            <a:extLst>
              <a:ext uri="{FF2B5EF4-FFF2-40B4-BE49-F238E27FC236}">
                <a16:creationId xmlns:a16="http://schemas.microsoft.com/office/drawing/2014/main" id="{83BC259A-4F00-A919-9163-95135FCDF27C}"/>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562207" name="Text Box 31">
            <a:extLst>
              <a:ext uri="{FF2B5EF4-FFF2-40B4-BE49-F238E27FC236}">
                <a16:creationId xmlns:a16="http://schemas.microsoft.com/office/drawing/2014/main" id="{B0CC8A32-4796-4FE6-5B02-FD9B12159B99}"/>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562208" name="Text Box 32">
            <a:extLst>
              <a:ext uri="{FF2B5EF4-FFF2-40B4-BE49-F238E27FC236}">
                <a16:creationId xmlns:a16="http://schemas.microsoft.com/office/drawing/2014/main" id="{9B8F3CDB-4B29-34C3-9C9F-2BA750627B61}"/>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562209" name="Text Box 33">
            <a:extLst>
              <a:ext uri="{FF2B5EF4-FFF2-40B4-BE49-F238E27FC236}">
                <a16:creationId xmlns:a16="http://schemas.microsoft.com/office/drawing/2014/main" id="{7E6136AD-53F4-A7F9-6E94-E7FDCEC8D112}"/>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562210" name="Text Box 34">
            <a:extLst>
              <a:ext uri="{FF2B5EF4-FFF2-40B4-BE49-F238E27FC236}">
                <a16:creationId xmlns:a16="http://schemas.microsoft.com/office/drawing/2014/main" id="{B333169D-1FF5-D9C2-9BB4-2B9DA59BDBC2}"/>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562211" name="Text Box 35">
            <a:extLst>
              <a:ext uri="{FF2B5EF4-FFF2-40B4-BE49-F238E27FC236}">
                <a16:creationId xmlns:a16="http://schemas.microsoft.com/office/drawing/2014/main" id="{4877AE7C-1568-E794-5123-74FAF845370E}"/>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562212" name="Text Box 36">
            <a:extLst>
              <a:ext uri="{FF2B5EF4-FFF2-40B4-BE49-F238E27FC236}">
                <a16:creationId xmlns:a16="http://schemas.microsoft.com/office/drawing/2014/main" id="{B8EAC99A-D0BB-C835-A3F4-8485176479D5}"/>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562213" name="Text Box 37">
            <a:extLst>
              <a:ext uri="{FF2B5EF4-FFF2-40B4-BE49-F238E27FC236}">
                <a16:creationId xmlns:a16="http://schemas.microsoft.com/office/drawing/2014/main" id="{EB410512-E145-EDFB-CDBD-841EA4F2F1EB}"/>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562214" name="Text Box 38">
            <a:extLst>
              <a:ext uri="{FF2B5EF4-FFF2-40B4-BE49-F238E27FC236}">
                <a16:creationId xmlns:a16="http://schemas.microsoft.com/office/drawing/2014/main" id="{49788339-6FC6-551F-F8C4-F1ECB4462E2D}"/>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62215" name="Text Box 39">
            <a:extLst>
              <a:ext uri="{FF2B5EF4-FFF2-40B4-BE49-F238E27FC236}">
                <a16:creationId xmlns:a16="http://schemas.microsoft.com/office/drawing/2014/main" id="{896A6978-44AD-F907-CF9E-9CE62404E7EA}"/>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562216" name="Text Box 40">
            <a:extLst>
              <a:ext uri="{FF2B5EF4-FFF2-40B4-BE49-F238E27FC236}">
                <a16:creationId xmlns:a16="http://schemas.microsoft.com/office/drawing/2014/main" id="{D39BC837-EF46-3280-D7BC-D84AC60B359F}"/>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62218" name="Text Box 42">
            <a:extLst>
              <a:ext uri="{FF2B5EF4-FFF2-40B4-BE49-F238E27FC236}">
                <a16:creationId xmlns:a16="http://schemas.microsoft.com/office/drawing/2014/main" id="{ECA1376A-04AB-0F26-47F8-4037A7F8C731}"/>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( 6, 9, 11, 14, 14, 16, 18, 19, 20, 23, 30, 44 )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411EDF0E-7A2B-69FB-7CCD-5B2CA0C26520}"/>
              </a:ext>
            </a:extLst>
          </p:cNvPr>
          <p:cNvSpPr>
            <a:spLocks noGrp="1"/>
          </p:cNvSpPr>
          <p:nvPr>
            <p:ph type="sldNum" sz="quarter" idx="10"/>
          </p:nvPr>
        </p:nvSpPr>
        <p:spPr/>
        <p:txBody>
          <a:bodyPr/>
          <a:lstStyle/>
          <a:p>
            <a:fld id="{F2EA5C78-D8EB-421C-A6F8-8B0AD5B55BD7}" type="slidenum">
              <a:rPr lang="en-US" altLang="en-US"/>
              <a:pPr/>
              <a:t>33</a:t>
            </a:fld>
            <a:endParaRPr lang="en-US" altLang="en-US" sz="1400"/>
          </a:p>
        </p:txBody>
      </p:sp>
      <p:sp>
        <p:nvSpPr>
          <p:cNvPr id="667650" name="Rectangle 2">
            <a:extLst>
              <a:ext uri="{FF2B5EF4-FFF2-40B4-BE49-F238E27FC236}">
                <a16:creationId xmlns:a16="http://schemas.microsoft.com/office/drawing/2014/main" id="{09EBD1F6-5B21-203C-104F-0A36C1756D3C}"/>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667651" name="Oval 3">
            <a:extLst>
              <a:ext uri="{FF2B5EF4-FFF2-40B4-BE49-F238E27FC236}">
                <a16:creationId xmlns:a16="http://schemas.microsoft.com/office/drawing/2014/main" id="{1F36BAC9-9944-5A27-81A3-9C8D9CEAC79A}"/>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667652" name="Oval 4">
            <a:extLst>
              <a:ext uri="{FF2B5EF4-FFF2-40B4-BE49-F238E27FC236}">
                <a16:creationId xmlns:a16="http://schemas.microsoft.com/office/drawing/2014/main" id="{B2BB8033-3221-547A-B041-516AB03AB95B}"/>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667653" name="Oval 5">
            <a:extLst>
              <a:ext uri="{FF2B5EF4-FFF2-40B4-BE49-F238E27FC236}">
                <a16:creationId xmlns:a16="http://schemas.microsoft.com/office/drawing/2014/main" id="{FABE7520-722A-3D6A-BF0D-138C1B845525}"/>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667654" name="Oval 6">
            <a:extLst>
              <a:ext uri="{FF2B5EF4-FFF2-40B4-BE49-F238E27FC236}">
                <a16:creationId xmlns:a16="http://schemas.microsoft.com/office/drawing/2014/main" id="{A2F1BE98-7849-789E-83F2-38FB4DB7C59C}"/>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667655" name="Oval 7">
            <a:extLst>
              <a:ext uri="{FF2B5EF4-FFF2-40B4-BE49-F238E27FC236}">
                <a16:creationId xmlns:a16="http://schemas.microsoft.com/office/drawing/2014/main" id="{504DB6CB-4D5C-A796-B5A3-946F9759EE42}"/>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667656" name="Oval 8">
            <a:extLst>
              <a:ext uri="{FF2B5EF4-FFF2-40B4-BE49-F238E27FC236}">
                <a16:creationId xmlns:a16="http://schemas.microsoft.com/office/drawing/2014/main" id="{83518FD3-CD75-4E2C-70EA-481E1A0F539D}"/>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667657" name="Oval 9">
            <a:extLst>
              <a:ext uri="{FF2B5EF4-FFF2-40B4-BE49-F238E27FC236}">
                <a16:creationId xmlns:a16="http://schemas.microsoft.com/office/drawing/2014/main" id="{A1A814C8-C1B7-87CC-B139-E436889B0BB8}"/>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667658" name="Oval 10">
            <a:extLst>
              <a:ext uri="{FF2B5EF4-FFF2-40B4-BE49-F238E27FC236}">
                <a16:creationId xmlns:a16="http://schemas.microsoft.com/office/drawing/2014/main" id="{9B1931D4-1025-4E0B-16D9-A02C811E8D49}"/>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667659" name="AutoShape 11">
            <a:extLst>
              <a:ext uri="{FF2B5EF4-FFF2-40B4-BE49-F238E27FC236}">
                <a16:creationId xmlns:a16="http://schemas.microsoft.com/office/drawing/2014/main" id="{B881219B-D550-FD99-2B88-E3DC0892CDA7}"/>
              </a:ext>
            </a:extLst>
          </p:cNvPr>
          <p:cNvCxnSpPr>
            <a:cxnSpLocks noChangeShapeType="1"/>
            <a:stCxn id="667651" idx="7"/>
            <a:endCxn id="667654" idx="2"/>
          </p:cNvCxnSpPr>
          <p:nvPr/>
        </p:nvCxnSpPr>
        <p:spPr bwMode="auto">
          <a:xfrm flipV="1">
            <a:off x="2081213" y="3057526"/>
            <a:ext cx="1511300" cy="379413"/>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7660" name="AutoShape 12">
            <a:extLst>
              <a:ext uri="{FF2B5EF4-FFF2-40B4-BE49-F238E27FC236}">
                <a16:creationId xmlns:a16="http://schemas.microsoft.com/office/drawing/2014/main" id="{BA1FD46D-9070-9624-C344-43098080DF41}"/>
              </a:ext>
            </a:extLst>
          </p:cNvPr>
          <p:cNvCxnSpPr>
            <a:cxnSpLocks noChangeShapeType="1"/>
            <a:stCxn id="667651" idx="6"/>
            <a:endCxn id="667655" idx="1"/>
          </p:cNvCxnSpPr>
          <p:nvPr/>
        </p:nvCxnSpPr>
        <p:spPr bwMode="auto">
          <a:xfrm>
            <a:off x="2133600" y="3551239"/>
            <a:ext cx="2317750" cy="56197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7661" name="AutoShape 13">
            <a:extLst>
              <a:ext uri="{FF2B5EF4-FFF2-40B4-BE49-F238E27FC236}">
                <a16:creationId xmlns:a16="http://schemas.microsoft.com/office/drawing/2014/main" id="{985BBC34-D97E-F364-7542-AECF60A4B2EA}"/>
              </a:ext>
            </a:extLst>
          </p:cNvPr>
          <p:cNvCxnSpPr>
            <a:cxnSpLocks noChangeShapeType="1"/>
            <a:stCxn id="667651" idx="5"/>
            <a:endCxn id="667656"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7662" name="AutoShape 14">
            <a:extLst>
              <a:ext uri="{FF2B5EF4-FFF2-40B4-BE49-F238E27FC236}">
                <a16:creationId xmlns:a16="http://schemas.microsoft.com/office/drawing/2014/main" id="{8167F692-0800-5170-386A-6A50299ED63D}"/>
              </a:ext>
            </a:extLst>
          </p:cNvPr>
          <p:cNvCxnSpPr>
            <a:cxnSpLocks noChangeShapeType="1"/>
            <a:stCxn id="667655" idx="7"/>
            <a:endCxn id="667652"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7663" name="AutoShape 15">
            <a:extLst>
              <a:ext uri="{FF2B5EF4-FFF2-40B4-BE49-F238E27FC236}">
                <a16:creationId xmlns:a16="http://schemas.microsoft.com/office/drawing/2014/main" id="{E6819951-29C4-961A-5D7F-A5870CAA2260}"/>
              </a:ext>
            </a:extLst>
          </p:cNvPr>
          <p:cNvCxnSpPr>
            <a:cxnSpLocks noChangeShapeType="1"/>
            <a:stCxn id="667657" idx="7"/>
            <a:endCxn id="667652"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7664" name="AutoShape 16">
            <a:extLst>
              <a:ext uri="{FF2B5EF4-FFF2-40B4-BE49-F238E27FC236}">
                <a16:creationId xmlns:a16="http://schemas.microsoft.com/office/drawing/2014/main" id="{A2267D91-8853-FBCC-42A4-C80E05A22ADC}"/>
              </a:ext>
            </a:extLst>
          </p:cNvPr>
          <p:cNvCxnSpPr>
            <a:cxnSpLocks noChangeShapeType="1"/>
            <a:stCxn id="667655" idx="5"/>
            <a:endCxn id="667658"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7665" name="AutoShape 17">
            <a:extLst>
              <a:ext uri="{FF2B5EF4-FFF2-40B4-BE49-F238E27FC236}">
                <a16:creationId xmlns:a16="http://schemas.microsoft.com/office/drawing/2014/main" id="{EB9CDCA4-20D1-1F5D-DC14-DC23E0385C04}"/>
              </a:ext>
            </a:extLst>
          </p:cNvPr>
          <p:cNvCxnSpPr>
            <a:cxnSpLocks noChangeShapeType="1"/>
            <a:stCxn id="667658" idx="5"/>
            <a:endCxn id="667653"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7666" name="AutoShape 18">
            <a:extLst>
              <a:ext uri="{FF2B5EF4-FFF2-40B4-BE49-F238E27FC236}">
                <a16:creationId xmlns:a16="http://schemas.microsoft.com/office/drawing/2014/main" id="{0FF13644-214E-80CC-2C03-D9A8ECA217AC}"/>
              </a:ext>
            </a:extLst>
          </p:cNvPr>
          <p:cNvCxnSpPr>
            <a:cxnSpLocks noChangeShapeType="1"/>
            <a:stCxn id="667658" idx="6"/>
            <a:endCxn id="667657"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7667" name="AutoShape 19">
            <a:extLst>
              <a:ext uri="{FF2B5EF4-FFF2-40B4-BE49-F238E27FC236}">
                <a16:creationId xmlns:a16="http://schemas.microsoft.com/office/drawing/2014/main" id="{1624F8D0-2240-F4CB-FBE0-1BF64EE143C6}"/>
              </a:ext>
            </a:extLst>
          </p:cNvPr>
          <p:cNvCxnSpPr>
            <a:cxnSpLocks noChangeShapeType="1"/>
            <a:stCxn id="667657" idx="4"/>
            <a:endCxn id="667653" idx="1"/>
          </p:cNvCxnSpPr>
          <p:nvPr/>
        </p:nvCxnSpPr>
        <p:spPr bwMode="auto">
          <a:xfrm>
            <a:off x="8699501" y="4735514"/>
            <a:ext cx="1147763" cy="12080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7668" name="AutoShape 20">
            <a:extLst>
              <a:ext uri="{FF2B5EF4-FFF2-40B4-BE49-F238E27FC236}">
                <a16:creationId xmlns:a16="http://schemas.microsoft.com/office/drawing/2014/main" id="{7E157404-4B9E-4262-5223-416C9A541FD2}"/>
              </a:ext>
            </a:extLst>
          </p:cNvPr>
          <p:cNvCxnSpPr>
            <a:cxnSpLocks noChangeShapeType="1"/>
            <a:stCxn id="667652" idx="3"/>
            <a:endCxn id="667658"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7669" name="AutoShape 21">
            <a:extLst>
              <a:ext uri="{FF2B5EF4-FFF2-40B4-BE49-F238E27FC236}">
                <a16:creationId xmlns:a16="http://schemas.microsoft.com/office/drawing/2014/main" id="{D8FC04B5-D3E6-B06F-D90D-BA772A15D0AE}"/>
              </a:ext>
            </a:extLst>
          </p:cNvPr>
          <p:cNvCxnSpPr>
            <a:cxnSpLocks noChangeShapeType="1"/>
            <a:stCxn id="667655" idx="4"/>
            <a:endCxn id="667656"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7670" name="AutoShape 22">
            <a:extLst>
              <a:ext uri="{FF2B5EF4-FFF2-40B4-BE49-F238E27FC236}">
                <a16:creationId xmlns:a16="http://schemas.microsoft.com/office/drawing/2014/main" id="{B9FF8C7A-4E4F-FF21-FB8D-C8776207BD5D}"/>
              </a:ext>
            </a:extLst>
          </p:cNvPr>
          <p:cNvCxnSpPr>
            <a:cxnSpLocks noChangeShapeType="1"/>
            <a:stCxn id="667656" idx="6"/>
            <a:endCxn id="667658"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7671" name="AutoShape 23">
            <a:extLst>
              <a:ext uri="{FF2B5EF4-FFF2-40B4-BE49-F238E27FC236}">
                <a16:creationId xmlns:a16="http://schemas.microsoft.com/office/drawing/2014/main" id="{4BEC0292-4C1D-9597-F940-B529496214FD}"/>
              </a:ext>
            </a:extLst>
          </p:cNvPr>
          <p:cNvCxnSpPr>
            <a:cxnSpLocks noChangeShapeType="1"/>
            <a:stCxn id="667654" idx="6"/>
            <a:endCxn id="667652"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7672" name="AutoShape 24">
            <a:extLst>
              <a:ext uri="{FF2B5EF4-FFF2-40B4-BE49-F238E27FC236}">
                <a16:creationId xmlns:a16="http://schemas.microsoft.com/office/drawing/2014/main" id="{8DFD6692-0909-0F8A-FBA7-E1E0813E87FF}"/>
              </a:ext>
            </a:extLst>
          </p:cNvPr>
          <p:cNvCxnSpPr>
            <a:cxnSpLocks noChangeShapeType="1"/>
            <a:stCxn id="667656" idx="6"/>
            <a:endCxn id="667653"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7673" name="AutoShape 25">
            <a:extLst>
              <a:ext uri="{FF2B5EF4-FFF2-40B4-BE49-F238E27FC236}">
                <a16:creationId xmlns:a16="http://schemas.microsoft.com/office/drawing/2014/main" id="{10E4022A-0AB3-2845-3D98-38F5930CEB08}"/>
              </a:ext>
            </a:extLst>
          </p:cNvPr>
          <p:cNvCxnSpPr>
            <a:cxnSpLocks noChangeShapeType="1"/>
            <a:stCxn id="667652" idx="5"/>
            <a:endCxn id="667653"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67674" name="Text Box 26">
            <a:extLst>
              <a:ext uri="{FF2B5EF4-FFF2-40B4-BE49-F238E27FC236}">
                <a16:creationId xmlns:a16="http://schemas.microsoft.com/office/drawing/2014/main" id="{BACCB411-2EF8-E020-881F-E08C71860E27}"/>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667675" name="Text Box 27">
            <a:extLst>
              <a:ext uri="{FF2B5EF4-FFF2-40B4-BE49-F238E27FC236}">
                <a16:creationId xmlns:a16="http://schemas.microsoft.com/office/drawing/2014/main" id="{33B8733F-EA9D-3BDC-BFA3-C06C500784B2}"/>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667676" name="Text Box 28">
            <a:extLst>
              <a:ext uri="{FF2B5EF4-FFF2-40B4-BE49-F238E27FC236}">
                <a16:creationId xmlns:a16="http://schemas.microsoft.com/office/drawing/2014/main" id="{9E834284-32CC-7398-AFD6-8113C837AD2C}"/>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667677" name="Text Box 29">
            <a:extLst>
              <a:ext uri="{FF2B5EF4-FFF2-40B4-BE49-F238E27FC236}">
                <a16:creationId xmlns:a16="http://schemas.microsoft.com/office/drawing/2014/main" id="{2D96DDB5-DA39-3336-5A16-07B6AB35B990}"/>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667678" name="Text Box 30">
            <a:extLst>
              <a:ext uri="{FF2B5EF4-FFF2-40B4-BE49-F238E27FC236}">
                <a16:creationId xmlns:a16="http://schemas.microsoft.com/office/drawing/2014/main" id="{B46555B7-C413-E7BE-F012-684E0D74A5B3}"/>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667679" name="Text Box 31">
            <a:extLst>
              <a:ext uri="{FF2B5EF4-FFF2-40B4-BE49-F238E27FC236}">
                <a16:creationId xmlns:a16="http://schemas.microsoft.com/office/drawing/2014/main" id="{5B7E6322-9BCC-F589-D881-10FCD36495CC}"/>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667680" name="Text Box 32">
            <a:extLst>
              <a:ext uri="{FF2B5EF4-FFF2-40B4-BE49-F238E27FC236}">
                <a16:creationId xmlns:a16="http://schemas.microsoft.com/office/drawing/2014/main" id="{EF2B75B9-D885-69A1-969B-EB29B87BE9AA}"/>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667681" name="Text Box 33">
            <a:extLst>
              <a:ext uri="{FF2B5EF4-FFF2-40B4-BE49-F238E27FC236}">
                <a16:creationId xmlns:a16="http://schemas.microsoft.com/office/drawing/2014/main" id="{30A54C1B-66C5-28A6-58F5-FB7C896488D0}"/>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667682" name="Text Box 34">
            <a:extLst>
              <a:ext uri="{FF2B5EF4-FFF2-40B4-BE49-F238E27FC236}">
                <a16:creationId xmlns:a16="http://schemas.microsoft.com/office/drawing/2014/main" id="{44C3053C-18F1-80A6-DE51-9B8871C7F6BC}"/>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667683" name="Text Box 35">
            <a:extLst>
              <a:ext uri="{FF2B5EF4-FFF2-40B4-BE49-F238E27FC236}">
                <a16:creationId xmlns:a16="http://schemas.microsoft.com/office/drawing/2014/main" id="{07CD8796-DD4C-0867-0B17-D54ED463F137}"/>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667684" name="Text Box 36">
            <a:extLst>
              <a:ext uri="{FF2B5EF4-FFF2-40B4-BE49-F238E27FC236}">
                <a16:creationId xmlns:a16="http://schemas.microsoft.com/office/drawing/2014/main" id="{AC756518-5494-7EFF-6282-2D873197FF97}"/>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667685" name="Text Box 37">
            <a:extLst>
              <a:ext uri="{FF2B5EF4-FFF2-40B4-BE49-F238E27FC236}">
                <a16:creationId xmlns:a16="http://schemas.microsoft.com/office/drawing/2014/main" id="{814DF26F-CE31-306E-11F8-473C808148D3}"/>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667686" name="Text Box 38">
            <a:extLst>
              <a:ext uri="{FF2B5EF4-FFF2-40B4-BE49-F238E27FC236}">
                <a16:creationId xmlns:a16="http://schemas.microsoft.com/office/drawing/2014/main" id="{85D0DA9E-3E7F-2C55-0CE0-5E97B4EF4F98}"/>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67687" name="Text Box 39">
            <a:extLst>
              <a:ext uri="{FF2B5EF4-FFF2-40B4-BE49-F238E27FC236}">
                <a16:creationId xmlns:a16="http://schemas.microsoft.com/office/drawing/2014/main" id="{5835487B-223D-CE8E-5BBB-72C752CFB228}"/>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667688" name="Text Box 40">
            <a:extLst>
              <a:ext uri="{FF2B5EF4-FFF2-40B4-BE49-F238E27FC236}">
                <a16:creationId xmlns:a16="http://schemas.microsoft.com/office/drawing/2014/main" id="{3DD4A15F-33C2-D325-3919-B20417CE9CA8}"/>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67689" name="Text Box 41">
            <a:extLst>
              <a:ext uri="{FF2B5EF4-FFF2-40B4-BE49-F238E27FC236}">
                <a16:creationId xmlns:a16="http://schemas.microsoft.com/office/drawing/2014/main" id="{ACF11D89-F19B-CBDA-7926-D3906589E298}"/>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( 6, 9, 11, 14, 14, 16, 18, 19, 20, 23, 30, 44 )</a:t>
            </a:r>
          </a:p>
        </p:txBody>
      </p:sp>
      <p:sp>
        <p:nvSpPr>
          <p:cNvPr id="667691" name="Text Box 43">
            <a:extLst>
              <a:ext uri="{FF2B5EF4-FFF2-40B4-BE49-F238E27FC236}">
                <a16:creationId xmlns:a16="http://schemas.microsoft.com/office/drawing/2014/main" id="{26A5649F-A661-B3DD-8056-DC5E35D6FD7C}"/>
              </a:ext>
            </a:extLst>
          </p:cNvPr>
          <p:cNvSpPr txBox="1">
            <a:spLocks noChangeArrowheads="1"/>
          </p:cNvSpPr>
          <p:nvPr/>
        </p:nvSpPr>
        <p:spPr bwMode="auto">
          <a:xfrm>
            <a:off x="7924800" y="5791200"/>
            <a:ext cx="12779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p>
            <a:r>
              <a:rPr lang="en-US" altLang="en-US" sz="1600">
                <a:solidFill>
                  <a:schemeClr val="accent1"/>
                </a:solidFill>
              </a:rPr>
              <a:t>PQdelmin()</a:t>
            </a:r>
            <a:endParaRPr lang="en-US" altLang="en-US"/>
          </a:p>
        </p:txBody>
      </p:sp>
      <p:sp>
        <p:nvSpPr>
          <p:cNvPr id="667693" name="AutoShape 45">
            <a:extLst>
              <a:ext uri="{FF2B5EF4-FFF2-40B4-BE49-F238E27FC236}">
                <a16:creationId xmlns:a16="http://schemas.microsoft.com/office/drawing/2014/main" id="{A1E25374-BF75-634D-3CF0-1D461AC7D592}"/>
              </a:ext>
            </a:extLst>
          </p:cNvPr>
          <p:cNvSpPr>
            <a:spLocks noChangeArrowheads="1"/>
          </p:cNvSpPr>
          <p:nvPr/>
        </p:nvSpPr>
        <p:spPr bwMode="auto">
          <a:xfrm rot="12468940">
            <a:off x="8915401" y="5410201"/>
            <a:ext cx="174625" cy="314325"/>
          </a:xfrm>
          <a:prstGeom prst="downArrow">
            <a:avLst>
              <a:gd name="adj1" fmla="val 50000"/>
              <a:gd name="adj2" fmla="val 45000"/>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C8CC8FE6-6764-1512-102A-A4FC4B79679C}"/>
              </a:ext>
            </a:extLst>
          </p:cNvPr>
          <p:cNvSpPr>
            <a:spLocks noGrp="1"/>
          </p:cNvSpPr>
          <p:nvPr>
            <p:ph type="sldNum" sz="quarter" idx="10"/>
          </p:nvPr>
        </p:nvSpPr>
        <p:spPr/>
        <p:txBody>
          <a:bodyPr/>
          <a:lstStyle/>
          <a:p>
            <a:fld id="{C06D8DB5-D742-4266-9011-5F3ADC0DD5FB}" type="slidenum">
              <a:rPr lang="en-US" altLang="en-US"/>
              <a:pPr/>
              <a:t>34</a:t>
            </a:fld>
            <a:endParaRPr lang="en-US" altLang="en-US" sz="1400"/>
          </a:p>
        </p:txBody>
      </p:sp>
      <p:sp>
        <p:nvSpPr>
          <p:cNvPr id="563202" name="Rectangle 2">
            <a:extLst>
              <a:ext uri="{FF2B5EF4-FFF2-40B4-BE49-F238E27FC236}">
                <a16:creationId xmlns:a16="http://schemas.microsoft.com/office/drawing/2014/main" id="{4518451F-A882-7388-E36C-EE7BA3670026}"/>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563203" name="Oval 3">
            <a:extLst>
              <a:ext uri="{FF2B5EF4-FFF2-40B4-BE49-F238E27FC236}">
                <a16:creationId xmlns:a16="http://schemas.microsoft.com/office/drawing/2014/main" id="{F7FEDD17-CCAF-FD38-2D11-1844D107C8A6}"/>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563204" name="Oval 4">
            <a:extLst>
              <a:ext uri="{FF2B5EF4-FFF2-40B4-BE49-F238E27FC236}">
                <a16:creationId xmlns:a16="http://schemas.microsoft.com/office/drawing/2014/main" id="{73CCAE75-10A2-F5E1-9A94-BE003414561E}"/>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563205" name="Oval 5">
            <a:extLst>
              <a:ext uri="{FF2B5EF4-FFF2-40B4-BE49-F238E27FC236}">
                <a16:creationId xmlns:a16="http://schemas.microsoft.com/office/drawing/2014/main" id="{8FB9D1FF-A027-D5F8-7C7B-B101C8178652}"/>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563206" name="Oval 6">
            <a:extLst>
              <a:ext uri="{FF2B5EF4-FFF2-40B4-BE49-F238E27FC236}">
                <a16:creationId xmlns:a16="http://schemas.microsoft.com/office/drawing/2014/main" id="{C317894B-D1D7-B56D-23B5-F870BA2D48E1}"/>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563207" name="Oval 7">
            <a:extLst>
              <a:ext uri="{FF2B5EF4-FFF2-40B4-BE49-F238E27FC236}">
                <a16:creationId xmlns:a16="http://schemas.microsoft.com/office/drawing/2014/main" id="{F153F346-F5A0-0C86-191F-AC06E8AD4615}"/>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563208" name="Oval 8">
            <a:extLst>
              <a:ext uri="{FF2B5EF4-FFF2-40B4-BE49-F238E27FC236}">
                <a16:creationId xmlns:a16="http://schemas.microsoft.com/office/drawing/2014/main" id="{8B6F589F-1C7F-2BB4-AB93-7B3DFBF8AE2C}"/>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563209" name="Oval 9">
            <a:extLst>
              <a:ext uri="{FF2B5EF4-FFF2-40B4-BE49-F238E27FC236}">
                <a16:creationId xmlns:a16="http://schemas.microsoft.com/office/drawing/2014/main" id="{F33D8BE3-AF25-AACE-19AB-53098B064917}"/>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563210" name="Oval 10">
            <a:extLst>
              <a:ext uri="{FF2B5EF4-FFF2-40B4-BE49-F238E27FC236}">
                <a16:creationId xmlns:a16="http://schemas.microsoft.com/office/drawing/2014/main" id="{C32A7547-F273-B5E1-CC10-188363F22F8D}"/>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563211" name="AutoShape 11">
            <a:extLst>
              <a:ext uri="{FF2B5EF4-FFF2-40B4-BE49-F238E27FC236}">
                <a16:creationId xmlns:a16="http://schemas.microsoft.com/office/drawing/2014/main" id="{5AF4D828-46CB-8639-9A23-E92490BE522F}"/>
              </a:ext>
            </a:extLst>
          </p:cNvPr>
          <p:cNvCxnSpPr>
            <a:cxnSpLocks noChangeShapeType="1"/>
            <a:stCxn id="563203" idx="7"/>
            <a:endCxn id="563206" idx="2"/>
          </p:cNvCxnSpPr>
          <p:nvPr/>
        </p:nvCxnSpPr>
        <p:spPr bwMode="auto">
          <a:xfrm flipV="1">
            <a:off x="2081213" y="3057526"/>
            <a:ext cx="1511300" cy="379413"/>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3212" name="AutoShape 12">
            <a:extLst>
              <a:ext uri="{FF2B5EF4-FFF2-40B4-BE49-F238E27FC236}">
                <a16:creationId xmlns:a16="http://schemas.microsoft.com/office/drawing/2014/main" id="{861BBF74-7D8A-7E7A-6A12-AC62CC30CFB5}"/>
              </a:ext>
            </a:extLst>
          </p:cNvPr>
          <p:cNvCxnSpPr>
            <a:cxnSpLocks noChangeShapeType="1"/>
            <a:stCxn id="563203" idx="6"/>
            <a:endCxn id="563207" idx="1"/>
          </p:cNvCxnSpPr>
          <p:nvPr/>
        </p:nvCxnSpPr>
        <p:spPr bwMode="auto">
          <a:xfrm>
            <a:off x="2133600" y="3551239"/>
            <a:ext cx="2317750" cy="56197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3213" name="AutoShape 13">
            <a:extLst>
              <a:ext uri="{FF2B5EF4-FFF2-40B4-BE49-F238E27FC236}">
                <a16:creationId xmlns:a16="http://schemas.microsoft.com/office/drawing/2014/main" id="{B97F26D2-3A83-6814-E236-6D8F3E457398}"/>
              </a:ext>
            </a:extLst>
          </p:cNvPr>
          <p:cNvCxnSpPr>
            <a:cxnSpLocks noChangeShapeType="1"/>
            <a:stCxn id="563203" idx="5"/>
            <a:endCxn id="563208"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3214" name="AutoShape 14">
            <a:extLst>
              <a:ext uri="{FF2B5EF4-FFF2-40B4-BE49-F238E27FC236}">
                <a16:creationId xmlns:a16="http://schemas.microsoft.com/office/drawing/2014/main" id="{D664BCD8-1A22-FB4B-7D2A-58A4CBF58743}"/>
              </a:ext>
            </a:extLst>
          </p:cNvPr>
          <p:cNvCxnSpPr>
            <a:cxnSpLocks noChangeShapeType="1"/>
            <a:stCxn id="563207" idx="7"/>
            <a:endCxn id="563204"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3215" name="AutoShape 15">
            <a:extLst>
              <a:ext uri="{FF2B5EF4-FFF2-40B4-BE49-F238E27FC236}">
                <a16:creationId xmlns:a16="http://schemas.microsoft.com/office/drawing/2014/main" id="{716E9D21-F36C-2497-DFCC-36149FA028AA}"/>
              </a:ext>
            </a:extLst>
          </p:cNvPr>
          <p:cNvCxnSpPr>
            <a:cxnSpLocks noChangeShapeType="1"/>
            <a:stCxn id="563209" idx="7"/>
            <a:endCxn id="563204"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3216" name="AutoShape 16">
            <a:extLst>
              <a:ext uri="{FF2B5EF4-FFF2-40B4-BE49-F238E27FC236}">
                <a16:creationId xmlns:a16="http://schemas.microsoft.com/office/drawing/2014/main" id="{866E8825-8BCE-FE60-6E86-0F850EEFE48A}"/>
              </a:ext>
            </a:extLst>
          </p:cNvPr>
          <p:cNvCxnSpPr>
            <a:cxnSpLocks noChangeShapeType="1"/>
            <a:stCxn id="563207" idx="5"/>
            <a:endCxn id="563210"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3217" name="AutoShape 17">
            <a:extLst>
              <a:ext uri="{FF2B5EF4-FFF2-40B4-BE49-F238E27FC236}">
                <a16:creationId xmlns:a16="http://schemas.microsoft.com/office/drawing/2014/main" id="{FA9113B2-9016-9579-F277-AF39845A4C54}"/>
              </a:ext>
            </a:extLst>
          </p:cNvPr>
          <p:cNvCxnSpPr>
            <a:cxnSpLocks noChangeShapeType="1"/>
            <a:stCxn id="563210" idx="5"/>
            <a:endCxn id="563205"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3218" name="AutoShape 18">
            <a:extLst>
              <a:ext uri="{FF2B5EF4-FFF2-40B4-BE49-F238E27FC236}">
                <a16:creationId xmlns:a16="http://schemas.microsoft.com/office/drawing/2014/main" id="{DB6812C1-6F90-FB54-460C-F4F79C599B4A}"/>
              </a:ext>
            </a:extLst>
          </p:cNvPr>
          <p:cNvCxnSpPr>
            <a:cxnSpLocks noChangeShapeType="1"/>
            <a:stCxn id="563210" idx="6"/>
            <a:endCxn id="563209"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3219" name="AutoShape 19">
            <a:extLst>
              <a:ext uri="{FF2B5EF4-FFF2-40B4-BE49-F238E27FC236}">
                <a16:creationId xmlns:a16="http://schemas.microsoft.com/office/drawing/2014/main" id="{CB288690-2F67-CA5D-AA86-B0C6095E9565}"/>
              </a:ext>
            </a:extLst>
          </p:cNvPr>
          <p:cNvCxnSpPr>
            <a:cxnSpLocks noChangeShapeType="1"/>
            <a:stCxn id="563209" idx="4"/>
            <a:endCxn id="563205" idx="1"/>
          </p:cNvCxnSpPr>
          <p:nvPr/>
        </p:nvCxnSpPr>
        <p:spPr bwMode="auto">
          <a:xfrm>
            <a:off x="8699501" y="4735514"/>
            <a:ext cx="1147763" cy="1208087"/>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3220" name="AutoShape 20">
            <a:extLst>
              <a:ext uri="{FF2B5EF4-FFF2-40B4-BE49-F238E27FC236}">
                <a16:creationId xmlns:a16="http://schemas.microsoft.com/office/drawing/2014/main" id="{501697C7-FD6B-CA57-3EB7-6C57423A47EF}"/>
              </a:ext>
            </a:extLst>
          </p:cNvPr>
          <p:cNvCxnSpPr>
            <a:cxnSpLocks noChangeShapeType="1"/>
            <a:stCxn id="563204" idx="3"/>
            <a:endCxn id="563210"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3221" name="AutoShape 21">
            <a:extLst>
              <a:ext uri="{FF2B5EF4-FFF2-40B4-BE49-F238E27FC236}">
                <a16:creationId xmlns:a16="http://schemas.microsoft.com/office/drawing/2014/main" id="{E3B514B9-7C21-2136-9BCD-9A145E00C199}"/>
              </a:ext>
            </a:extLst>
          </p:cNvPr>
          <p:cNvCxnSpPr>
            <a:cxnSpLocks noChangeShapeType="1"/>
            <a:stCxn id="563207" idx="4"/>
            <a:endCxn id="563208"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3222" name="AutoShape 22">
            <a:extLst>
              <a:ext uri="{FF2B5EF4-FFF2-40B4-BE49-F238E27FC236}">
                <a16:creationId xmlns:a16="http://schemas.microsoft.com/office/drawing/2014/main" id="{D36CFAF0-6308-BED0-003C-C9ED7A8C7979}"/>
              </a:ext>
            </a:extLst>
          </p:cNvPr>
          <p:cNvCxnSpPr>
            <a:cxnSpLocks noChangeShapeType="1"/>
            <a:stCxn id="563208" idx="6"/>
            <a:endCxn id="563210"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3223" name="AutoShape 23">
            <a:extLst>
              <a:ext uri="{FF2B5EF4-FFF2-40B4-BE49-F238E27FC236}">
                <a16:creationId xmlns:a16="http://schemas.microsoft.com/office/drawing/2014/main" id="{BCF0E0B6-62B2-C7DE-724A-04D236A67058}"/>
              </a:ext>
            </a:extLst>
          </p:cNvPr>
          <p:cNvCxnSpPr>
            <a:cxnSpLocks noChangeShapeType="1"/>
            <a:stCxn id="563206" idx="6"/>
            <a:endCxn id="563204"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3224" name="AutoShape 24">
            <a:extLst>
              <a:ext uri="{FF2B5EF4-FFF2-40B4-BE49-F238E27FC236}">
                <a16:creationId xmlns:a16="http://schemas.microsoft.com/office/drawing/2014/main" id="{133AEFE4-776E-5079-BF16-9A7E79865E49}"/>
              </a:ext>
            </a:extLst>
          </p:cNvPr>
          <p:cNvCxnSpPr>
            <a:cxnSpLocks noChangeShapeType="1"/>
            <a:stCxn id="563208" idx="6"/>
            <a:endCxn id="563205"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3225" name="AutoShape 25">
            <a:extLst>
              <a:ext uri="{FF2B5EF4-FFF2-40B4-BE49-F238E27FC236}">
                <a16:creationId xmlns:a16="http://schemas.microsoft.com/office/drawing/2014/main" id="{8407A0F7-CC82-3199-BAFB-7E3AEAC24144}"/>
              </a:ext>
            </a:extLst>
          </p:cNvPr>
          <p:cNvCxnSpPr>
            <a:cxnSpLocks noChangeShapeType="1"/>
            <a:stCxn id="563204" idx="5"/>
            <a:endCxn id="563205"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63226" name="Text Box 26">
            <a:extLst>
              <a:ext uri="{FF2B5EF4-FFF2-40B4-BE49-F238E27FC236}">
                <a16:creationId xmlns:a16="http://schemas.microsoft.com/office/drawing/2014/main" id="{F777D0E1-D2AF-8128-66A6-2E87240096EB}"/>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563227" name="Text Box 27">
            <a:extLst>
              <a:ext uri="{FF2B5EF4-FFF2-40B4-BE49-F238E27FC236}">
                <a16:creationId xmlns:a16="http://schemas.microsoft.com/office/drawing/2014/main" id="{1B9DCC5F-E00C-3085-1190-D85EEDDFF1A2}"/>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563228" name="Text Box 28">
            <a:extLst>
              <a:ext uri="{FF2B5EF4-FFF2-40B4-BE49-F238E27FC236}">
                <a16:creationId xmlns:a16="http://schemas.microsoft.com/office/drawing/2014/main" id="{97FA900C-2818-E1F9-9C1D-C06B8187AF43}"/>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563229" name="Text Box 29">
            <a:extLst>
              <a:ext uri="{FF2B5EF4-FFF2-40B4-BE49-F238E27FC236}">
                <a16:creationId xmlns:a16="http://schemas.microsoft.com/office/drawing/2014/main" id="{6A9BFB4D-801D-DB36-A3C1-3F2C7945DC7C}"/>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563230" name="Text Box 30">
            <a:extLst>
              <a:ext uri="{FF2B5EF4-FFF2-40B4-BE49-F238E27FC236}">
                <a16:creationId xmlns:a16="http://schemas.microsoft.com/office/drawing/2014/main" id="{633E0ECD-3945-A78E-A32A-64FB9684DBB0}"/>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563231" name="Text Box 31">
            <a:extLst>
              <a:ext uri="{FF2B5EF4-FFF2-40B4-BE49-F238E27FC236}">
                <a16:creationId xmlns:a16="http://schemas.microsoft.com/office/drawing/2014/main" id="{535BE497-C484-E98B-0BCD-F2CBB5542688}"/>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563232" name="Text Box 32">
            <a:extLst>
              <a:ext uri="{FF2B5EF4-FFF2-40B4-BE49-F238E27FC236}">
                <a16:creationId xmlns:a16="http://schemas.microsoft.com/office/drawing/2014/main" id="{B730AA3E-FECB-E7AC-AD9F-09FC20F4E088}"/>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563233" name="Text Box 33">
            <a:extLst>
              <a:ext uri="{FF2B5EF4-FFF2-40B4-BE49-F238E27FC236}">
                <a16:creationId xmlns:a16="http://schemas.microsoft.com/office/drawing/2014/main" id="{D148DD12-A1FB-5E82-5924-5E7F2C293278}"/>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563234" name="Text Box 34">
            <a:extLst>
              <a:ext uri="{FF2B5EF4-FFF2-40B4-BE49-F238E27FC236}">
                <a16:creationId xmlns:a16="http://schemas.microsoft.com/office/drawing/2014/main" id="{42C7B267-4DD1-16B5-E2C7-CBB5D4074303}"/>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563235" name="Text Box 35">
            <a:extLst>
              <a:ext uri="{FF2B5EF4-FFF2-40B4-BE49-F238E27FC236}">
                <a16:creationId xmlns:a16="http://schemas.microsoft.com/office/drawing/2014/main" id="{3244431B-22E3-91D8-BFF5-03614049354D}"/>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563236" name="Text Box 36">
            <a:extLst>
              <a:ext uri="{FF2B5EF4-FFF2-40B4-BE49-F238E27FC236}">
                <a16:creationId xmlns:a16="http://schemas.microsoft.com/office/drawing/2014/main" id="{B8D85C41-0407-E24B-D024-7E1309621B03}"/>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563237" name="Text Box 37">
            <a:extLst>
              <a:ext uri="{FF2B5EF4-FFF2-40B4-BE49-F238E27FC236}">
                <a16:creationId xmlns:a16="http://schemas.microsoft.com/office/drawing/2014/main" id="{915E2A9C-0BC7-51ED-C9CC-167D9FF6A23C}"/>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563238" name="Text Box 38">
            <a:extLst>
              <a:ext uri="{FF2B5EF4-FFF2-40B4-BE49-F238E27FC236}">
                <a16:creationId xmlns:a16="http://schemas.microsoft.com/office/drawing/2014/main" id="{60F95609-40B0-DA2D-B32D-05C2B6C9D074}"/>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63239" name="Text Box 39">
            <a:extLst>
              <a:ext uri="{FF2B5EF4-FFF2-40B4-BE49-F238E27FC236}">
                <a16:creationId xmlns:a16="http://schemas.microsoft.com/office/drawing/2014/main" id="{63E89856-C07E-ABF4-9398-D857BDD2D76C}"/>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563240" name="Text Box 40">
            <a:extLst>
              <a:ext uri="{FF2B5EF4-FFF2-40B4-BE49-F238E27FC236}">
                <a16:creationId xmlns:a16="http://schemas.microsoft.com/office/drawing/2014/main" id="{CF51F9B6-0683-5F99-8630-F1E18C8D7E23}"/>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63242" name="Text Box 42">
            <a:extLst>
              <a:ext uri="{FF2B5EF4-FFF2-40B4-BE49-F238E27FC236}">
                <a16:creationId xmlns:a16="http://schemas.microsoft.com/office/drawing/2014/main" id="{C22FAAFD-8730-14D8-37C0-329F31B24278}"/>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( 9, 11, 14, 14, 16, 18, 19, 20, 23, 30, 44 )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D9DC26AD-B040-4289-4083-247B5526FF81}"/>
              </a:ext>
            </a:extLst>
          </p:cNvPr>
          <p:cNvSpPr>
            <a:spLocks noGrp="1"/>
          </p:cNvSpPr>
          <p:nvPr>
            <p:ph type="sldNum" sz="quarter" idx="10"/>
          </p:nvPr>
        </p:nvSpPr>
        <p:spPr/>
        <p:txBody>
          <a:bodyPr/>
          <a:lstStyle/>
          <a:p>
            <a:fld id="{ED3ABC46-DE45-4D97-9BFC-B78CF7055392}" type="slidenum">
              <a:rPr lang="en-US" altLang="en-US"/>
              <a:pPr/>
              <a:t>35</a:t>
            </a:fld>
            <a:endParaRPr lang="en-US" altLang="en-US" sz="1400"/>
          </a:p>
        </p:txBody>
      </p:sp>
      <p:sp>
        <p:nvSpPr>
          <p:cNvPr id="668674" name="Rectangle 2">
            <a:extLst>
              <a:ext uri="{FF2B5EF4-FFF2-40B4-BE49-F238E27FC236}">
                <a16:creationId xmlns:a16="http://schemas.microsoft.com/office/drawing/2014/main" id="{854CC0F3-4214-ED59-8FA8-A075445506A9}"/>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668675" name="Oval 3">
            <a:extLst>
              <a:ext uri="{FF2B5EF4-FFF2-40B4-BE49-F238E27FC236}">
                <a16:creationId xmlns:a16="http://schemas.microsoft.com/office/drawing/2014/main" id="{9DA7E75C-55AF-ECCE-79AA-81772F03EF66}"/>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668676" name="Oval 4">
            <a:extLst>
              <a:ext uri="{FF2B5EF4-FFF2-40B4-BE49-F238E27FC236}">
                <a16:creationId xmlns:a16="http://schemas.microsoft.com/office/drawing/2014/main" id="{5F6279E1-63C4-2642-B1B1-E19B316543B0}"/>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668677" name="Oval 5">
            <a:extLst>
              <a:ext uri="{FF2B5EF4-FFF2-40B4-BE49-F238E27FC236}">
                <a16:creationId xmlns:a16="http://schemas.microsoft.com/office/drawing/2014/main" id="{06AD33DA-503F-103C-FC3C-22EF5E1AE7BC}"/>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668678" name="Oval 6">
            <a:extLst>
              <a:ext uri="{FF2B5EF4-FFF2-40B4-BE49-F238E27FC236}">
                <a16:creationId xmlns:a16="http://schemas.microsoft.com/office/drawing/2014/main" id="{397784E3-4EB5-D73B-E075-A261DDC57A95}"/>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668679" name="Oval 7">
            <a:extLst>
              <a:ext uri="{FF2B5EF4-FFF2-40B4-BE49-F238E27FC236}">
                <a16:creationId xmlns:a16="http://schemas.microsoft.com/office/drawing/2014/main" id="{F20BC6FD-8051-E39C-31C3-159127AFDE9A}"/>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668680" name="Oval 8">
            <a:extLst>
              <a:ext uri="{FF2B5EF4-FFF2-40B4-BE49-F238E27FC236}">
                <a16:creationId xmlns:a16="http://schemas.microsoft.com/office/drawing/2014/main" id="{5B6FAB7A-8BFB-7963-7B65-6BE734587E59}"/>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668681" name="Oval 9">
            <a:extLst>
              <a:ext uri="{FF2B5EF4-FFF2-40B4-BE49-F238E27FC236}">
                <a16:creationId xmlns:a16="http://schemas.microsoft.com/office/drawing/2014/main" id="{8A73C1AA-4111-F695-D6A4-2AC6DD3AB237}"/>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668682" name="Oval 10">
            <a:extLst>
              <a:ext uri="{FF2B5EF4-FFF2-40B4-BE49-F238E27FC236}">
                <a16:creationId xmlns:a16="http://schemas.microsoft.com/office/drawing/2014/main" id="{0D6EDD5E-FD46-9D94-F29C-2FFA83E02498}"/>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668683" name="AutoShape 11">
            <a:extLst>
              <a:ext uri="{FF2B5EF4-FFF2-40B4-BE49-F238E27FC236}">
                <a16:creationId xmlns:a16="http://schemas.microsoft.com/office/drawing/2014/main" id="{EE9A5AD6-DA4C-1F63-3CD3-2EC773B3E59A}"/>
              </a:ext>
            </a:extLst>
          </p:cNvPr>
          <p:cNvCxnSpPr>
            <a:cxnSpLocks noChangeShapeType="1"/>
            <a:stCxn id="668675" idx="7"/>
            <a:endCxn id="668678" idx="2"/>
          </p:cNvCxnSpPr>
          <p:nvPr/>
        </p:nvCxnSpPr>
        <p:spPr bwMode="auto">
          <a:xfrm flipV="1">
            <a:off x="2081213" y="3057526"/>
            <a:ext cx="1511300" cy="379413"/>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8684" name="AutoShape 12">
            <a:extLst>
              <a:ext uri="{FF2B5EF4-FFF2-40B4-BE49-F238E27FC236}">
                <a16:creationId xmlns:a16="http://schemas.microsoft.com/office/drawing/2014/main" id="{BA174D21-5305-EDFF-21DF-FB81D6485C05}"/>
              </a:ext>
            </a:extLst>
          </p:cNvPr>
          <p:cNvCxnSpPr>
            <a:cxnSpLocks noChangeShapeType="1"/>
            <a:stCxn id="668675" idx="6"/>
            <a:endCxn id="668679" idx="1"/>
          </p:cNvCxnSpPr>
          <p:nvPr/>
        </p:nvCxnSpPr>
        <p:spPr bwMode="auto">
          <a:xfrm>
            <a:off x="2133600" y="3551239"/>
            <a:ext cx="2317750" cy="56197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8685" name="AutoShape 13">
            <a:extLst>
              <a:ext uri="{FF2B5EF4-FFF2-40B4-BE49-F238E27FC236}">
                <a16:creationId xmlns:a16="http://schemas.microsoft.com/office/drawing/2014/main" id="{6ADA4A62-C0DB-FC0E-C5C2-A7039B8A70AA}"/>
              </a:ext>
            </a:extLst>
          </p:cNvPr>
          <p:cNvCxnSpPr>
            <a:cxnSpLocks noChangeShapeType="1"/>
            <a:stCxn id="668675" idx="5"/>
            <a:endCxn id="668680"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8686" name="AutoShape 14">
            <a:extLst>
              <a:ext uri="{FF2B5EF4-FFF2-40B4-BE49-F238E27FC236}">
                <a16:creationId xmlns:a16="http://schemas.microsoft.com/office/drawing/2014/main" id="{1B50BF82-63F1-B2EC-0E3A-67E5BEB23580}"/>
              </a:ext>
            </a:extLst>
          </p:cNvPr>
          <p:cNvCxnSpPr>
            <a:cxnSpLocks noChangeShapeType="1"/>
            <a:stCxn id="668679" idx="7"/>
            <a:endCxn id="668676"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8687" name="AutoShape 15">
            <a:extLst>
              <a:ext uri="{FF2B5EF4-FFF2-40B4-BE49-F238E27FC236}">
                <a16:creationId xmlns:a16="http://schemas.microsoft.com/office/drawing/2014/main" id="{8E174425-DA1A-9AE4-4B54-3E2B437AF3C5}"/>
              </a:ext>
            </a:extLst>
          </p:cNvPr>
          <p:cNvCxnSpPr>
            <a:cxnSpLocks noChangeShapeType="1"/>
            <a:stCxn id="668681" idx="7"/>
            <a:endCxn id="668676"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8688" name="AutoShape 16">
            <a:extLst>
              <a:ext uri="{FF2B5EF4-FFF2-40B4-BE49-F238E27FC236}">
                <a16:creationId xmlns:a16="http://schemas.microsoft.com/office/drawing/2014/main" id="{E4BEBDE7-FA30-EE97-3D25-E02E62E50373}"/>
              </a:ext>
            </a:extLst>
          </p:cNvPr>
          <p:cNvCxnSpPr>
            <a:cxnSpLocks noChangeShapeType="1"/>
            <a:stCxn id="668679" idx="5"/>
            <a:endCxn id="668682"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8689" name="AutoShape 17">
            <a:extLst>
              <a:ext uri="{FF2B5EF4-FFF2-40B4-BE49-F238E27FC236}">
                <a16:creationId xmlns:a16="http://schemas.microsoft.com/office/drawing/2014/main" id="{65423C49-0DB3-B0D9-E2F3-470D9972D15E}"/>
              </a:ext>
            </a:extLst>
          </p:cNvPr>
          <p:cNvCxnSpPr>
            <a:cxnSpLocks noChangeShapeType="1"/>
            <a:stCxn id="668682" idx="5"/>
            <a:endCxn id="668677"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8690" name="AutoShape 18">
            <a:extLst>
              <a:ext uri="{FF2B5EF4-FFF2-40B4-BE49-F238E27FC236}">
                <a16:creationId xmlns:a16="http://schemas.microsoft.com/office/drawing/2014/main" id="{840484C8-D530-E362-9915-C9C9EA162602}"/>
              </a:ext>
            </a:extLst>
          </p:cNvPr>
          <p:cNvCxnSpPr>
            <a:cxnSpLocks noChangeShapeType="1"/>
            <a:stCxn id="668682" idx="6"/>
            <a:endCxn id="668681"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8691" name="AutoShape 19">
            <a:extLst>
              <a:ext uri="{FF2B5EF4-FFF2-40B4-BE49-F238E27FC236}">
                <a16:creationId xmlns:a16="http://schemas.microsoft.com/office/drawing/2014/main" id="{0354CDC2-50CE-87C5-8615-E478D613502B}"/>
              </a:ext>
            </a:extLst>
          </p:cNvPr>
          <p:cNvCxnSpPr>
            <a:cxnSpLocks noChangeShapeType="1"/>
            <a:stCxn id="668681" idx="4"/>
            <a:endCxn id="668677" idx="1"/>
          </p:cNvCxnSpPr>
          <p:nvPr/>
        </p:nvCxnSpPr>
        <p:spPr bwMode="auto">
          <a:xfrm>
            <a:off x="8699501" y="4735514"/>
            <a:ext cx="1147763" cy="1208087"/>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8692" name="AutoShape 20">
            <a:extLst>
              <a:ext uri="{FF2B5EF4-FFF2-40B4-BE49-F238E27FC236}">
                <a16:creationId xmlns:a16="http://schemas.microsoft.com/office/drawing/2014/main" id="{390DF32F-1661-F6DD-3FF5-75E936424959}"/>
              </a:ext>
            </a:extLst>
          </p:cNvPr>
          <p:cNvCxnSpPr>
            <a:cxnSpLocks noChangeShapeType="1"/>
            <a:stCxn id="668676" idx="3"/>
            <a:endCxn id="668682"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8693" name="AutoShape 21">
            <a:extLst>
              <a:ext uri="{FF2B5EF4-FFF2-40B4-BE49-F238E27FC236}">
                <a16:creationId xmlns:a16="http://schemas.microsoft.com/office/drawing/2014/main" id="{1A571236-8EC3-0EAC-1A7F-09D647329A03}"/>
              </a:ext>
            </a:extLst>
          </p:cNvPr>
          <p:cNvCxnSpPr>
            <a:cxnSpLocks noChangeShapeType="1"/>
            <a:stCxn id="668679" idx="4"/>
            <a:endCxn id="668680"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8694" name="AutoShape 22">
            <a:extLst>
              <a:ext uri="{FF2B5EF4-FFF2-40B4-BE49-F238E27FC236}">
                <a16:creationId xmlns:a16="http://schemas.microsoft.com/office/drawing/2014/main" id="{7DAB362D-F149-4E26-96A6-CE193766376B}"/>
              </a:ext>
            </a:extLst>
          </p:cNvPr>
          <p:cNvCxnSpPr>
            <a:cxnSpLocks noChangeShapeType="1"/>
            <a:stCxn id="668680" idx="6"/>
            <a:endCxn id="668682"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8695" name="AutoShape 23">
            <a:extLst>
              <a:ext uri="{FF2B5EF4-FFF2-40B4-BE49-F238E27FC236}">
                <a16:creationId xmlns:a16="http://schemas.microsoft.com/office/drawing/2014/main" id="{4E706E88-22A0-128C-E1F7-54DAF3953E05}"/>
              </a:ext>
            </a:extLst>
          </p:cNvPr>
          <p:cNvCxnSpPr>
            <a:cxnSpLocks noChangeShapeType="1"/>
            <a:stCxn id="668678" idx="6"/>
            <a:endCxn id="668676"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8696" name="AutoShape 24">
            <a:extLst>
              <a:ext uri="{FF2B5EF4-FFF2-40B4-BE49-F238E27FC236}">
                <a16:creationId xmlns:a16="http://schemas.microsoft.com/office/drawing/2014/main" id="{AE7BA9CD-ABD0-4FEA-6EEF-22031E2A4546}"/>
              </a:ext>
            </a:extLst>
          </p:cNvPr>
          <p:cNvCxnSpPr>
            <a:cxnSpLocks noChangeShapeType="1"/>
            <a:stCxn id="668680" idx="6"/>
            <a:endCxn id="668677"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8697" name="AutoShape 25">
            <a:extLst>
              <a:ext uri="{FF2B5EF4-FFF2-40B4-BE49-F238E27FC236}">
                <a16:creationId xmlns:a16="http://schemas.microsoft.com/office/drawing/2014/main" id="{12BFD9F7-CAC7-7660-4FCC-65EDAD28757F}"/>
              </a:ext>
            </a:extLst>
          </p:cNvPr>
          <p:cNvCxnSpPr>
            <a:cxnSpLocks noChangeShapeType="1"/>
            <a:stCxn id="668676" idx="5"/>
            <a:endCxn id="668677"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68698" name="Text Box 26">
            <a:extLst>
              <a:ext uri="{FF2B5EF4-FFF2-40B4-BE49-F238E27FC236}">
                <a16:creationId xmlns:a16="http://schemas.microsoft.com/office/drawing/2014/main" id="{9BF70C5B-946D-94E8-9892-7E37D0B89EC7}"/>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668699" name="Text Box 27">
            <a:extLst>
              <a:ext uri="{FF2B5EF4-FFF2-40B4-BE49-F238E27FC236}">
                <a16:creationId xmlns:a16="http://schemas.microsoft.com/office/drawing/2014/main" id="{5678D068-01B3-E032-B2F9-3E0A9F69D885}"/>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668700" name="Text Box 28">
            <a:extLst>
              <a:ext uri="{FF2B5EF4-FFF2-40B4-BE49-F238E27FC236}">
                <a16:creationId xmlns:a16="http://schemas.microsoft.com/office/drawing/2014/main" id="{9A5A7F7E-4A5C-F990-DA12-6C98A50BD3D0}"/>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668701" name="Text Box 29">
            <a:extLst>
              <a:ext uri="{FF2B5EF4-FFF2-40B4-BE49-F238E27FC236}">
                <a16:creationId xmlns:a16="http://schemas.microsoft.com/office/drawing/2014/main" id="{99BD6F1E-5EE8-7EB0-C4B3-70A046D16344}"/>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668702" name="Text Box 30">
            <a:extLst>
              <a:ext uri="{FF2B5EF4-FFF2-40B4-BE49-F238E27FC236}">
                <a16:creationId xmlns:a16="http://schemas.microsoft.com/office/drawing/2014/main" id="{47A84834-28EB-C4B0-5120-7E64012A8926}"/>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668703" name="Text Box 31">
            <a:extLst>
              <a:ext uri="{FF2B5EF4-FFF2-40B4-BE49-F238E27FC236}">
                <a16:creationId xmlns:a16="http://schemas.microsoft.com/office/drawing/2014/main" id="{FF75BA79-A73E-99E5-36F6-D90CF4B33012}"/>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668704" name="Text Box 32">
            <a:extLst>
              <a:ext uri="{FF2B5EF4-FFF2-40B4-BE49-F238E27FC236}">
                <a16:creationId xmlns:a16="http://schemas.microsoft.com/office/drawing/2014/main" id="{D4641F4A-AA1E-E44E-2F99-08C3879F5FF5}"/>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668705" name="Text Box 33">
            <a:extLst>
              <a:ext uri="{FF2B5EF4-FFF2-40B4-BE49-F238E27FC236}">
                <a16:creationId xmlns:a16="http://schemas.microsoft.com/office/drawing/2014/main" id="{9B03D0EE-7DE4-6096-AF24-0A0D4564BE36}"/>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668706" name="Text Box 34">
            <a:extLst>
              <a:ext uri="{FF2B5EF4-FFF2-40B4-BE49-F238E27FC236}">
                <a16:creationId xmlns:a16="http://schemas.microsoft.com/office/drawing/2014/main" id="{475659F7-225E-B6E0-9474-BA0D49AD2E2A}"/>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668707" name="Text Box 35">
            <a:extLst>
              <a:ext uri="{FF2B5EF4-FFF2-40B4-BE49-F238E27FC236}">
                <a16:creationId xmlns:a16="http://schemas.microsoft.com/office/drawing/2014/main" id="{36F04CAA-9D4E-FBCC-DE30-B71658A207E3}"/>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668708" name="Text Box 36">
            <a:extLst>
              <a:ext uri="{FF2B5EF4-FFF2-40B4-BE49-F238E27FC236}">
                <a16:creationId xmlns:a16="http://schemas.microsoft.com/office/drawing/2014/main" id="{D9086F58-C7A0-C87C-9406-6A81F06C9892}"/>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668709" name="Text Box 37">
            <a:extLst>
              <a:ext uri="{FF2B5EF4-FFF2-40B4-BE49-F238E27FC236}">
                <a16:creationId xmlns:a16="http://schemas.microsoft.com/office/drawing/2014/main" id="{9F67596E-A0C5-6F3E-DE92-D6081DFF0455}"/>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668710" name="Text Box 38">
            <a:extLst>
              <a:ext uri="{FF2B5EF4-FFF2-40B4-BE49-F238E27FC236}">
                <a16:creationId xmlns:a16="http://schemas.microsoft.com/office/drawing/2014/main" id="{7563922E-E9D4-4D69-1C15-D3C41CCAEDBC}"/>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68711" name="Text Box 39">
            <a:extLst>
              <a:ext uri="{FF2B5EF4-FFF2-40B4-BE49-F238E27FC236}">
                <a16:creationId xmlns:a16="http://schemas.microsoft.com/office/drawing/2014/main" id="{75A0D375-F03A-3F51-BF42-4D431FC376DF}"/>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668712" name="Text Box 40">
            <a:extLst>
              <a:ext uri="{FF2B5EF4-FFF2-40B4-BE49-F238E27FC236}">
                <a16:creationId xmlns:a16="http://schemas.microsoft.com/office/drawing/2014/main" id="{3B1849DD-4C98-30B9-AE51-9B5A3C16E455}"/>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68713" name="Text Box 41">
            <a:extLst>
              <a:ext uri="{FF2B5EF4-FFF2-40B4-BE49-F238E27FC236}">
                <a16:creationId xmlns:a16="http://schemas.microsoft.com/office/drawing/2014/main" id="{8997C036-C4DB-E3C0-D8C6-09F794DC60C8}"/>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( 9, 11, 14, 14, 16, 18, 19, 20, 23, 30, 44 )</a:t>
            </a:r>
          </a:p>
        </p:txBody>
      </p:sp>
      <p:grpSp>
        <p:nvGrpSpPr>
          <p:cNvPr id="668714" name="Group 42">
            <a:extLst>
              <a:ext uri="{FF2B5EF4-FFF2-40B4-BE49-F238E27FC236}">
                <a16:creationId xmlns:a16="http://schemas.microsoft.com/office/drawing/2014/main" id="{DB14EE26-0321-9E72-3AEC-0D35E4319A03}"/>
              </a:ext>
            </a:extLst>
          </p:cNvPr>
          <p:cNvGrpSpPr>
            <a:grpSpLocks/>
          </p:cNvGrpSpPr>
          <p:nvPr/>
        </p:nvGrpSpPr>
        <p:grpSpPr bwMode="auto">
          <a:xfrm>
            <a:off x="2362200" y="2209801"/>
            <a:ext cx="1277938" cy="847725"/>
            <a:chOff x="3552" y="1872"/>
            <a:chExt cx="805" cy="534"/>
          </a:xfrm>
        </p:grpSpPr>
        <p:sp>
          <p:nvSpPr>
            <p:cNvPr id="668715" name="Text Box 43">
              <a:extLst>
                <a:ext uri="{FF2B5EF4-FFF2-40B4-BE49-F238E27FC236}">
                  <a16:creationId xmlns:a16="http://schemas.microsoft.com/office/drawing/2014/main" id="{86E93A78-0029-D053-669F-DC3A64936217}"/>
                </a:ext>
              </a:extLst>
            </p:cNvPr>
            <p:cNvSpPr txBox="1">
              <a:spLocks noChangeArrowheads="1"/>
            </p:cNvSpPr>
            <p:nvPr/>
          </p:nvSpPr>
          <p:spPr bwMode="auto">
            <a:xfrm>
              <a:off x="3552" y="1872"/>
              <a:ext cx="80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p>
              <a:r>
                <a:rPr lang="en-US" altLang="en-US" sz="1600">
                  <a:solidFill>
                    <a:schemeClr val="accent1"/>
                  </a:solidFill>
                </a:rPr>
                <a:t>PQdelmin()</a:t>
              </a:r>
              <a:endParaRPr lang="en-US" altLang="en-US"/>
            </a:p>
          </p:txBody>
        </p:sp>
        <p:sp>
          <p:nvSpPr>
            <p:cNvPr id="668716" name="AutoShape 44">
              <a:extLst>
                <a:ext uri="{FF2B5EF4-FFF2-40B4-BE49-F238E27FC236}">
                  <a16:creationId xmlns:a16="http://schemas.microsoft.com/office/drawing/2014/main" id="{A3CE3CA4-E208-B9FF-17B2-485627C9BBB4}"/>
                </a:ext>
              </a:extLst>
            </p:cNvPr>
            <p:cNvSpPr>
              <a:spLocks noChangeArrowheads="1"/>
            </p:cNvSpPr>
            <p:nvPr/>
          </p:nvSpPr>
          <p:spPr bwMode="auto">
            <a:xfrm>
              <a:off x="3840" y="2208"/>
              <a:ext cx="110" cy="198"/>
            </a:xfrm>
            <a:prstGeom prst="downArrow">
              <a:avLst>
                <a:gd name="adj1" fmla="val 50000"/>
                <a:gd name="adj2" fmla="val 45000"/>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US"/>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47500EE1-5B91-D52E-4A11-FF37D3131208}"/>
              </a:ext>
            </a:extLst>
          </p:cNvPr>
          <p:cNvSpPr>
            <a:spLocks noGrp="1"/>
          </p:cNvSpPr>
          <p:nvPr>
            <p:ph type="sldNum" sz="quarter" idx="10"/>
          </p:nvPr>
        </p:nvSpPr>
        <p:spPr/>
        <p:txBody>
          <a:bodyPr/>
          <a:lstStyle/>
          <a:p>
            <a:fld id="{C91CD7E9-ED44-4533-979C-816DE03E93C6}" type="slidenum">
              <a:rPr lang="en-US" altLang="en-US"/>
              <a:pPr/>
              <a:t>36</a:t>
            </a:fld>
            <a:endParaRPr lang="en-US" altLang="en-US" sz="1400"/>
          </a:p>
        </p:txBody>
      </p:sp>
      <p:sp>
        <p:nvSpPr>
          <p:cNvPr id="564226" name="Rectangle 2">
            <a:extLst>
              <a:ext uri="{FF2B5EF4-FFF2-40B4-BE49-F238E27FC236}">
                <a16:creationId xmlns:a16="http://schemas.microsoft.com/office/drawing/2014/main" id="{23CB7836-CA52-BC0D-D7D3-B3AB5C71D1E9}"/>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564227" name="Oval 3">
            <a:extLst>
              <a:ext uri="{FF2B5EF4-FFF2-40B4-BE49-F238E27FC236}">
                <a16:creationId xmlns:a16="http://schemas.microsoft.com/office/drawing/2014/main" id="{7D0703B3-3401-8163-A212-CAE00691C518}"/>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564228" name="Oval 4">
            <a:extLst>
              <a:ext uri="{FF2B5EF4-FFF2-40B4-BE49-F238E27FC236}">
                <a16:creationId xmlns:a16="http://schemas.microsoft.com/office/drawing/2014/main" id="{252B6479-B38A-DF46-7DA3-4E82D677552E}"/>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564229" name="Oval 5">
            <a:extLst>
              <a:ext uri="{FF2B5EF4-FFF2-40B4-BE49-F238E27FC236}">
                <a16:creationId xmlns:a16="http://schemas.microsoft.com/office/drawing/2014/main" id="{3C08A16C-9ECD-A47D-376A-8AE15B86ED93}"/>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564230" name="Oval 6">
            <a:extLst>
              <a:ext uri="{FF2B5EF4-FFF2-40B4-BE49-F238E27FC236}">
                <a16:creationId xmlns:a16="http://schemas.microsoft.com/office/drawing/2014/main" id="{1DDFB264-6453-08DB-0072-1E20D4D7E65B}"/>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564231" name="Oval 7">
            <a:extLst>
              <a:ext uri="{FF2B5EF4-FFF2-40B4-BE49-F238E27FC236}">
                <a16:creationId xmlns:a16="http://schemas.microsoft.com/office/drawing/2014/main" id="{C2821891-D4E3-23BD-A367-CCB7DB71F79F}"/>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564232" name="Oval 8">
            <a:extLst>
              <a:ext uri="{FF2B5EF4-FFF2-40B4-BE49-F238E27FC236}">
                <a16:creationId xmlns:a16="http://schemas.microsoft.com/office/drawing/2014/main" id="{4AB87AE0-629C-F2A0-703D-B6FCD7768490}"/>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564233" name="Oval 9">
            <a:extLst>
              <a:ext uri="{FF2B5EF4-FFF2-40B4-BE49-F238E27FC236}">
                <a16:creationId xmlns:a16="http://schemas.microsoft.com/office/drawing/2014/main" id="{A61DCBD5-F8CE-C3D8-4037-D83F816C5FB1}"/>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564234" name="Oval 10">
            <a:extLst>
              <a:ext uri="{FF2B5EF4-FFF2-40B4-BE49-F238E27FC236}">
                <a16:creationId xmlns:a16="http://schemas.microsoft.com/office/drawing/2014/main" id="{E3159CF8-281A-EAE3-B38B-167938FC5D48}"/>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564235" name="AutoShape 11">
            <a:extLst>
              <a:ext uri="{FF2B5EF4-FFF2-40B4-BE49-F238E27FC236}">
                <a16:creationId xmlns:a16="http://schemas.microsoft.com/office/drawing/2014/main" id="{865B9ECD-D43D-5791-5C7B-FDFCC62EA9AD}"/>
              </a:ext>
            </a:extLst>
          </p:cNvPr>
          <p:cNvCxnSpPr>
            <a:cxnSpLocks noChangeShapeType="1"/>
            <a:stCxn id="564227" idx="7"/>
            <a:endCxn id="564230" idx="2"/>
          </p:cNvCxnSpPr>
          <p:nvPr/>
        </p:nvCxnSpPr>
        <p:spPr bwMode="auto">
          <a:xfrm flipV="1">
            <a:off x="2081213" y="3057526"/>
            <a:ext cx="1511300" cy="379413"/>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4236" name="AutoShape 12">
            <a:extLst>
              <a:ext uri="{FF2B5EF4-FFF2-40B4-BE49-F238E27FC236}">
                <a16:creationId xmlns:a16="http://schemas.microsoft.com/office/drawing/2014/main" id="{49830071-B501-9E5F-0F5B-22DE0815575B}"/>
              </a:ext>
            </a:extLst>
          </p:cNvPr>
          <p:cNvCxnSpPr>
            <a:cxnSpLocks noChangeShapeType="1"/>
            <a:stCxn id="564227" idx="6"/>
            <a:endCxn id="564231" idx="1"/>
          </p:cNvCxnSpPr>
          <p:nvPr/>
        </p:nvCxnSpPr>
        <p:spPr bwMode="auto">
          <a:xfrm>
            <a:off x="2133600" y="3551239"/>
            <a:ext cx="2317750" cy="56197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4237" name="AutoShape 13">
            <a:extLst>
              <a:ext uri="{FF2B5EF4-FFF2-40B4-BE49-F238E27FC236}">
                <a16:creationId xmlns:a16="http://schemas.microsoft.com/office/drawing/2014/main" id="{4DF43880-19C0-C84F-5999-A73316488CE8}"/>
              </a:ext>
            </a:extLst>
          </p:cNvPr>
          <p:cNvCxnSpPr>
            <a:cxnSpLocks noChangeShapeType="1"/>
            <a:stCxn id="564227" idx="5"/>
            <a:endCxn id="564232"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4238" name="AutoShape 14">
            <a:extLst>
              <a:ext uri="{FF2B5EF4-FFF2-40B4-BE49-F238E27FC236}">
                <a16:creationId xmlns:a16="http://schemas.microsoft.com/office/drawing/2014/main" id="{95AC97FF-93C9-3DDF-7595-DCF4B6F8013C}"/>
              </a:ext>
            </a:extLst>
          </p:cNvPr>
          <p:cNvCxnSpPr>
            <a:cxnSpLocks noChangeShapeType="1"/>
            <a:stCxn id="564231" idx="7"/>
            <a:endCxn id="564228"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4239" name="AutoShape 15">
            <a:extLst>
              <a:ext uri="{FF2B5EF4-FFF2-40B4-BE49-F238E27FC236}">
                <a16:creationId xmlns:a16="http://schemas.microsoft.com/office/drawing/2014/main" id="{8DB38230-08DE-DB18-00DA-98A6262140B0}"/>
              </a:ext>
            </a:extLst>
          </p:cNvPr>
          <p:cNvCxnSpPr>
            <a:cxnSpLocks noChangeShapeType="1"/>
            <a:stCxn id="564233" idx="7"/>
            <a:endCxn id="564228"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4240" name="AutoShape 16">
            <a:extLst>
              <a:ext uri="{FF2B5EF4-FFF2-40B4-BE49-F238E27FC236}">
                <a16:creationId xmlns:a16="http://schemas.microsoft.com/office/drawing/2014/main" id="{81B39B64-C184-41D8-F214-2E0A1A4A70FC}"/>
              </a:ext>
            </a:extLst>
          </p:cNvPr>
          <p:cNvCxnSpPr>
            <a:cxnSpLocks noChangeShapeType="1"/>
            <a:stCxn id="564231" idx="5"/>
            <a:endCxn id="564234"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4241" name="AutoShape 17">
            <a:extLst>
              <a:ext uri="{FF2B5EF4-FFF2-40B4-BE49-F238E27FC236}">
                <a16:creationId xmlns:a16="http://schemas.microsoft.com/office/drawing/2014/main" id="{A30CB9CC-FD2F-DA20-A4D5-1A7F14DA94EC}"/>
              </a:ext>
            </a:extLst>
          </p:cNvPr>
          <p:cNvCxnSpPr>
            <a:cxnSpLocks noChangeShapeType="1"/>
            <a:stCxn id="564234" idx="5"/>
            <a:endCxn id="564229"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4242" name="AutoShape 18">
            <a:extLst>
              <a:ext uri="{FF2B5EF4-FFF2-40B4-BE49-F238E27FC236}">
                <a16:creationId xmlns:a16="http://schemas.microsoft.com/office/drawing/2014/main" id="{9EDFD0E9-3A73-9F38-3178-01C600A6FDCA}"/>
              </a:ext>
            </a:extLst>
          </p:cNvPr>
          <p:cNvCxnSpPr>
            <a:cxnSpLocks noChangeShapeType="1"/>
            <a:stCxn id="564234" idx="6"/>
            <a:endCxn id="564233"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4243" name="AutoShape 19">
            <a:extLst>
              <a:ext uri="{FF2B5EF4-FFF2-40B4-BE49-F238E27FC236}">
                <a16:creationId xmlns:a16="http://schemas.microsoft.com/office/drawing/2014/main" id="{A65B708C-2809-D770-9E5B-764D55587878}"/>
              </a:ext>
            </a:extLst>
          </p:cNvPr>
          <p:cNvCxnSpPr>
            <a:cxnSpLocks noChangeShapeType="1"/>
            <a:stCxn id="564233" idx="4"/>
            <a:endCxn id="564229" idx="1"/>
          </p:cNvCxnSpPr>
          <p:nvPr/>
        </p:nvCxnSpPr>
        <p:spPr bwMode="auto">
          <a:xfrm>
            <a:off x="8699501" y="4735514"/>
            <a:ext cx="1147763" cy="1208087"/>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4244" name="AutoShape 20">
            <a:extLst>
              <a:ext uri="{FF2B5EF4-FFF2-40B4-BE49-F238E27FC236}">
                <a16:creationId xmlns:a16="http://schemas.microsoft.com/office/drawing/2014/main" id="{D0EB7E55-EB1E-50C3-22B8-A899AD845C51}"/>
              </a:ext>
            </a:extLst>
          </p:cNvPr>
          <p:cNvCxnSpPr>
            <a:cxnSpLocks noChangeShapeType="1"/>
            <a:stCxn id="564228" idx="3"/>
            <a:endCxn id="564234"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4245" name="AutoShape 21">
            <a:extLst>
              <a:ext uri="{FF2B5EF4-FFF2-40B4-BE49-F238E27FC236}">
                <a16:creationId xmlns:a16="http://schemas.microsoft.com/office/drawing/2014/main" id="{745C2D64-11AA-96DA-1BE1-A3A9DA331DB5}"/>
              </a:ext>
            </a:extLst>
          </p:cNvPr>
          <p:cNvCxnSpPr>
            <a:cxnSpLocks noChangeShapeType="1"/>
            <a:stCxn id="564231" idx="4"/>
            <a:endCxn id="564232"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4246" name="AutoShape 22">
            <a:extLst>
              <a:ext uri="{FF2B5EF4-FFF2-40B4-BE49-F238E27FC236}">
                <a16:creationId xmlns:a16="http://schemas.microsoft.com/office/drawing/2014/main" id="{49096C57-C918-37EA-9ECB-F7580B599454}"/>
              </a:ext>
            </a:extLst>
          </p:cNvPr>
          <p:cNvCxnSpPr>
            <a:cxnSpLocks noChangeShapeType="1"/>
            <a:stCxn id="564232" idx="6"/>
            <a:endCxn id="564234"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4247" name="AutoShape 23">
            <a:extLst>
              <a:ext uri="{FF2B5EF4-FFF2-40B4-BE49-F238E27FC236}">
                <a16:creationId xmlns:a16="http://schemas.microsoft.com/office/drawing/2014/main" id="{360EBD5F-B391-FF3D-B535-3C6C8F7DC796}"/>
              </a:ext>
            </a:extLst>
          </p:cNvPr>
          <p:cNvCxnSpPr>
            <a:cxnSpLocks noChangeShapeType="1"/>
            <a:stCxn id="564230" idx="6"/>
            <a:endCxn id="564228"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4248" name="AutoShape 24">
            <a:extLst>
              <a:ext uri="{FF2B5EF4-FFF2-40B4-BE49-F238E27FC236}">
                <a16:creationId xmlns:a16="http://schemas.microsoft.com/office/drawing/2014/main" id="{3BD7FD41-DB6B-02CC-28F0-48995C1642ED}"/>
              </a:ext>
            </a:extLst>
          </p:cNvPr>
          <p:cNvCxnSpPr>
            <a:cxnSpLocks noChangeShapeType="1"/>
            <a:stCxn id="564232" idx="6"/>
            <a:endCxn id="564229"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4249" name="AutoShape 25">
            <a:extLst>
              <a:ext uri="{FF2B5EF4-FFF2-40B4-BE49-F238E27FC236}">
                <a16:creationId xmlns:a16="http://schemas.microsoft.com/office/drawing/2014/main" id="{4AD7AF6A-A819-5003-7F71-53093DCC190A}"/>
              </a:ext>
            </a:extLst>
          </p:cNvPr>
          <p:cNvCxnSpPr>
            <a:cxnSpLocks noChangeShapeType="1"/>
            <a:stCxn id="564228" idx="5"/>
            <a:endCxn id="564229"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64250" name="Text Box 26">
            <a:extLst>
              <a:ext uri="{FF2B5EF4-FFF2-40B4-BE49-F238E27FC236}">
                <a16:creationId xmlns:a16="http://schemas.microsoft.com/office/drawing/2014/main" id="{F8B7F512-522E-C032-B8BC-6D420DC3DF12}"/>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564251" name="Text Box 27">
            <a:extLst>
              <a:ext uri="{FF2B5EF4-FFF2-40B4-BE49-F238E27FC236}">
                <a16:creationId xmlns:a16="http://schemas.microsoft.com/office/drawing/2014/main" id="{5A95D72E-0592-563C-97C0-ADAB664C66B1}"/>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564252" name="Text Box 28">
            <a:extLst>
              <a:ext uri="{FF2B5EF4-FFF2-40B4-BE49-F238E27FC236}">
                <a16:creationId xmlns:a16="http://schemas.microsoft.com/office/drawing/2014/main" id="{72F314AC-28C3-FFAF-01A0-FCBE9CBF7D69}"/>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564253" name="Text Box 29">
            <a:extLst>
              <a:ext uri="{FF2B5EF4-FFF2-40B4-BE49-F238E27FC236}">
                <a16:creationId xmlns:a16="http://schemas.microsoft.com/office/drawing/2014/main" id="{A6D48B68-7102-2719-7A13-F63B1296AB37}"/>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564254" name="Text Box 30">
            <a:extLst>
              <a:ext uri="{FF2B5EF4-FFF2-40B4-BE49-F238E27FC236}">
                <a16:creationId xmlns:a16="http://schemas.microsoft.com/office/drawing/2014/main" id="{9EF3EB50-8102-DAA1-3060-D34DBF23E81A}"/>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564255" name="Text Box 31">
            <a:extLst>
              <a:ext uri="{FF2B5EF4-FFF2-40B4-BE49-F238E27FC236}">
                <a16:creationId xmlns:a16="http://schemas.microsoft.com/office/drawing/2014/main" id="{F9D6C650-B25E-D424-A34D-4659DDED4AE0}"/>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564256" name="Text Box 32">
            <a:extLst>
              <a:ext uri="{FF2B5EF4-FFF2-40B4-BE49-F238E27FC236}">
                <a16:creationId xmlns:a16="http://schemas.microsoft.com/office/drawing/2014/main" id="{14BCABDE-2E97-5C41-6AA0-817EE9C0E592}"/>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564257" name="Text Box 33">
            <a:extLst>
              <a:ext uri="{FF2B5EF4-FFF2-40B4-BE49-F238E27FC236}">
                <a16:creationId xmlns:a16="http://schemas.microsoft.com/office/drawing/2014/main" id="{05C6C20A-6AE8-1905-470A-9C24C56CCC57}"/>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564258" name="Text Box 34">
            <a:extLst>
              <a:ext uri="{FF2B5EF4-FFF2-40B4-BE49-F238E27FC236}">
                <a16:creationId xmlns:a16="http://schemas.microsoft.com/office/drawing/2014/main" id="{890232CE-3140-BC8B-F4E5-4160F53D32C4}"/>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564259" name="Text Box 35">
            <a:extLst>
              <a:ext uri="{FF2B5EF4-FFF2-40B4-BE49-F238E27FC236}">
                <a16:creationId xmlns:a16="http://schemas.microsoft.com/office/drawing/2014/main" id="{A8851B8D-BFF6-9818-622B-5ED9C4773C45}"/>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564260" name="Text Box 36">
            <a:extLst>
              <a:ext uri="{FF2B5EF4-FFF2-40B4-BE49-F238E27FC236}">
                <a16:creationId xmlns:a16="http://schemas.microsoft.com/office/drawing/2014/main" id="{995F70A0-4631-1D59-3D31-F10EE61D844B}"/>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564261" name="Text Box 37">
            <a:extLst>
              <a:ext uri="{FF2B5EF4-FFF2-40B4-BE49-F238E27FC236}">
                <a16:creationId xmlns:a16="http://schemas.microsoft.com/office/drawing/2014/main" id="{176F8E0D-DD5D-01A2-A37F-0668F6F42B29}"/>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564262" name="Text Box 38">
            <a:extLst>
              <a:ext uri="{FF2B5EF4-FFF2-40B4-BE49-F238E27FC236}">
                <a16:creationId xmlns:a16="http://schemas.microsoft.com/office/drawing/2014/main" id="{AF33544F-51F8-4AAA-1A93-7E543D602A3B}"/>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64263" name="Text Box 39">
            <a:extLst>
              <a:ext uri="{FF2B5EF4-FFF2-40B4-BE49-F238E27FC236}">
                <a16:creationId xmlns:a16="http://schemas.microsoft.com/office/drawing/2014/main" id="{DC59FC9F-CA78-2887-97AC-F171F3EB5A8B}"/>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564264" name="Text Box 40">
            <a:extLst>
              <a:ext uri="{FF2B5EF4-FFF2-40B4-BE49-F238E27FC236}">
                <a16:creationId xmlns:a16="http://schemas.microsoft.com/office/drawing/2014/main" id="{AA0F462B-8589-4BA3-6EFB-E020BBC232A8}"/>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64266" name="Text Box 42">
            <a:extLst>
              <a:ext uri="{FF2B5EF4-FFF2-40B4-BE49-F238E27FC236}">
                <a16:creationId xmlns:a16="http://schemas.microsoft.com/office/drawing/2014/main" id="{ECE14AD6-E03A-1FAE-A42D-E0924EEFC45F}"/>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( 11, 14, 14, 16, 18, 19, 20, 23, 30, 44 )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09E2FDE3-7F79-C4FF-85B5-CCEDEB3AAB04}"/>
              </a:ext>
            </a:extLst>
          </p:cNvPr>
          <p:cNvSpPr>
            <a:spLocks noGrp="1"/>
          </p:cNvSpPr>
          <p:nvPr>
            <p:ph type="sldNum" sz="quarter" idx="10"/>
          </p:nvPr>
        </p:nvSpPr>
        <p:spPr/>
        <p:txBody>
          <a:bodyPr/>
          <a:lstStyle/>
          <a:p>
            <a:fld id="{EB46A295-837A-4C69-92E5-691765DD46FD}" type="slidenum">
              <a:rPr lang="en-US" altLang="en-US"/>
              <a:pPr/>
              <a:t>37</a:t>
            </a:fld>
            <a:endParaRPr lang="en-US" altLang="en-US" sz="1400"/>
          </a:p>
        </p:txBody>
      </p:sp>
      <p:sp>
        <p:nvSpPr>
          <p:cNvPr id="669698" name="Rectangle 2">
            <a:extLst>
              <a:ext uri="{FF2B5EF4-FFF2-40B4-BE49-F238E27FC236}">
                <a16:creationId xmlns:a16="http://schemas.microsoft.com/office/drawing/2014/main" id="{279748A6-D4F3-92FF-1B0B-DCD8B07AD7A9}"/>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669699" name="Oval 3">
            <a:extLst>
              <a:ext uri="{FF2B5EF4-FFF2-40B4-BE49-F238E27FC236}">
                <a16:creationId xmlns:a16="http://schemas.microsoft.com/office/drawing/2014/main" id="{1D178DBF-00C2-104B-CAB7-63CC5BE541BD}"/>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669700" name="Oval 4">
            <a:extLst>
              <a:ext uri="{FF2B5EF4-FFF2-40B4-BE49-F238E27FC236}">
                <a16:creationId xmlns:a16="http://schemas.microsoft.com/office/drawing/2014/main" id="{06125000-C6B0-C319-FAD6-8BB8A5EDE60D}"/>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669701" name="Oval 5">
            <a:extLst>
              <a:ext uri="{FF2B5EF4-FFF2-40B4-BE49-F238E27FC236}">
                <a16:creationId xmlns:a16="http://schemas.microsoft.com/office/drawing/2014/main" id="{02D29F05-81F3-BB19-EF59-75CF611DD06F}"/>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669702" name="Oval 6">
            <a:extLst>
              <a:ext uri="{FF2B5EF4-FFF2-40B4-BE49-F238E27FC236}">
                <a16:creationId xmlns:a16="http://schemas.microsoft.com/office/drawing/2014/main" id="{EC09CA1D-78AB-C53F-9015-7BC5E60DE7FD}"/>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669703" name="Oval 7">
            <a:extLst>
              <a:ext uri="{FF2B5EF4-FFF2-40B4-BE49-F238E27FC236}">
                <a16:creationId xmlns:a16="http://schemas.microsoft.com/office/drawing/2014/main" id="{1816244E-38C8-5732-6BEE-6664681773F3}"/>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669704" name="Oval 8">
            <a:extLst>
              <a:ext uri="{FF2B5EF4-FFF2-40B4-BE49-F238E27FC236}">
                <a16:creationId xmlns:a16="http://schemas.microsoft.com/office/drawing/2014/main" id="{79EB89B5-22FA-199F-01C2-51FABA33E3F6}"/>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669705" name="Oval 9">
            <a:extLst>
              <a:ext uri="{FF2B5EF4-FFF2-40B4-BE49-F238E27FC236}">
                <a16:creationId xmlns:a16="http://schemas.microsoft.com/office/drawing/2014/main" id="{11E8EBC4-F255-6A77-077C-678963116C85}"/>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669706" name="Oval 10">
            <a:extLst>
              <a:ext uri="{FF2B5EF4-FFF2-40B4-BE49-F238E27FC236}">
                <a16:creationId xmlns:a16="http://schemas.microsoft.com/office/drawing/2014/main" id="{B0C0A1FA-68CC-A5DE-712C-CEEA2D80E268}"/>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669707" name="AutoShape 11">
            <a:extLst>
              <a:ext uri="{FF2B5EF4-FFF2-40B4-BE49-F238E27FC236}">
                <a16:creationId xmlns:a16="http://schemas.microsoft.com/office/drawing/2014/main" id="{DCB4D68A-B5F9-F1EA-B0E9-2D237549897E}"/>
              </a:ext>
            </a:extLst>
          </p:cNvPr>
          <p:cNvCxnSpPr>
            <a:cxnSpLocks noChangeShapeType="1"/>
            <a:stCxn id="669699" idx="7"/>
            <a:endCxn id="669702" idx="2"/>
          </p:cNvCxnSpPr>
          <p:nvPr/>
        </p:nvCxnSpPr>
        <p:spPr bwMode="auto">
          <a:xfrm flipV="1">
            <a:off x="2081213" y="3057526"/>
            <a:ext cx="1511300" cy="379413"/>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9708" name="AutoShape 12">
            <a:extLst>
              <a:ext uri="{FF2B5EF4-FFF2-40B4-BE49-F238E27FC236}">
                <a16:creationId xmlns:a16="http://schemas.microsoft.com/office/drawing/2014/main" id="{3D89F1F4-C625-B9F3-61C6-93C94B938C80}"/>
              </a:ext>
            </a:extLst>
          </p:cNvPr>
          <p:cNvCxnSpPr>
            <a:cxnSpLocks noChangeShapeType="1"/>
            <a:stCxn id="669699" idx="6"/>
            <a:endCxn id="669703" idx="1"/>
          </p:cNvCxnSpPr>
          <p:nvPr/>
        </p:nvCxnSpPr>
        <p:spPr bwMode="auto">
          <a:xfrm>
            <a:off x="2133600" y="3551239"/>
            <a:ext cx="2317750" cy="56197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9709" name="AutoShape 13">
            <a:extLst>
              <a:ext uri="{FF2B5EF4-FFF2-40B4-BE49-F238E27FC236}">
                <a16:creationId xmlns:a16="http://schemas.microsoft.com/office/drawing/2014/main" id="{CC8F5AAD-0B9B-48C1-A70C-342545FEDB99}"/>
              </a:ext>
            </a:extLst>
          </p:cNvPr>
          <p:cNvCxnSpPr>
            <a:cxnSpLocks noChangeShapeType="1"/>
            <a:stCxn id="669699" idx="5"/>
            <a:endCxn id="669704"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9710" name="AutoShape 14">
            <a:extLst>
              <a:ext uri="{FF2B5EF4-FFF2-40B4-BE49-F238E27FC236}">
                <a16:creationId xmlns:a16="http://schemas.microsoft.com/office/drawing/2014/main" id="{52A069BB-4C96-47FB-4765-D58570947E3B}"/>
              </a:ext>
            </a:extLst>
          </p:cNvPr>
          <p:cNvCxnSpPr>
            <a:cxnSpLocks noChangeShapeType="1"/>
            <a:stCxn id="669703" idx="7"/>
            <a:endCxn id="669700"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9711" name="AutoShape 15">
            <a:extLst>
              <a:ext uri="{FF2B5EF4-FFF2-40B4-BE49-F238E27FC236}">
                <a16:creationId xmlns:a16="http://schemas.microsoft.com/office/drawing/2014/main" id="{E2646037-0B7B-4564-9F99-F819DA049AB1}"/>
              </a:ext>
            </a:extLst>
          </p:cNvPr>
          <p:cNvCxnSpPr>
            <a:cxnSpLocks noChangeShapeType="1"/>
            <a:stCxn id="669705" idx="7"/>
            <a:endCxn id="669700"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9712" name="AutoShape 16">
            <a:extLst>
              <a:ext uri="{FF2B5EF4-FFF2-40B4-BE49-F238E27FC236}">
                <a16:creationId xmlns:a16="http://schemas.microsoft.com/office/drawing/2014/main" id="{9EFBD186-850D-C916-A802-169DB04E4AEF}"/>
              </a:ext>
            </a:extLst>
          </p:cNvPr>
          <p:cNvCxnSpPr>
            <a:cxnSpLocks noChangeShapeType="1"/>
            <a:stCxn id="669703" idx="5"/>
            <a:endCxn id="669706"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9713" name="AutoShape 17">
            <a:extLst>
              <a:ext uri="{FF2B5EF4-FFF2-40B4-BE49-F238E27FC236}">
                <a16:creationId xmlns:a16="http://schemas.microsoft.com/office/drawing/2014/main" id="{29DE2808-C4AB-0E0F-2BDA-9ED4E136070C}"/>
              </a:ext>
            </a:extLst>
          </p:cNvPr>
          <p:cNvCxnSpPr>
            <a:cxnSpLocks noChangeShapeType="1"/>
            <a:stCxn id="669706" idx="5"/>
            <a:endCxn id="669701"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9714" name="AutoShape 18">
            <a:extLst>
              <a:ext uri="{FF2B5EF4-FFF2-40B4-BE49-F238E27FC236}">
                <a16:creationId xmlns:a16="http://schemas.microsoft.com/office/drawing/2014/main" id="{E8E1D308-2E7B-8BD3-A9DD-9BD8AF235483}"/>
              </a:ext>
            </a:extLst>
          </p:cNvPr>
          <p:cNvCxnSpPr>
            <a:cxnSpLocks noChangeShapeType="1"/>
            <a:stCxn id="669706" idx="6"/>
            <a:endCxn id="669705"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9715" name="AutoShape 19">
            <a:extLst>
              <a:ext uri="{FF2B5EF4-FFF2-40B4-BE49-F238E27FC236}">
                <a16:creationId xmlns:a16="http://schemas.microsoft.com/office/drawing/2014/main" id="{F4D37C7B-E57B-6E21-4BA6-493912FF24C2}"/>
              </a:ext>
            </a:extLst>
          </p:cNvPr>
          <p:cNvCxnSpPr>
            <a:cxnSpLocks noChangeShapeType="1"/>
            <a:stCxn id="669705" idx="4"/>
            <a:endCxn id="669701" idx="1"/>
          </p:cNvCxnSpPr>
          <p:nvPr/>
        </p:nvCxnSpPr>
        <p:spPr bwMode="auto">
          <a:xfrm>
            <a:off x="8699501" y="4735514"/>
            <a:ext cx="1147763" cy="1208087"/>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9716" name="AutoShape 20">
            <a:extLst>
              <a:ext uri="{FF2B5EF4-FFF2-40B4-BE49-F238E27FC236}">
                <a16:creationId xmlns:a16="http://schemas.microsoft.com/office/drawing/2014/main" id="{C2162D5D-646C-EC56-21B8-3FE625A36938}"/>
              </a:ext>
            </a:extLst>
          </p:cNvPr>
          <p:cNvCxnSpPr>
            <a:cxnSpLocks noChangeShapeType="1"/>
            <a:stCxn id="669700" idx="3"/>
            <a:endCxn id="669706"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9717" name="AutoShape 21">
            <a:extLst>
              <a:ext uri="{FF2B5EF4-FFF2-40B4-BE49-F238E27FC236}">
                <a16:creationId xmlns:a16="http://schemas.microsoft.com/office/drawing/2014/main" id="{DA1D9B05-9891-3BC9-EA7B-DF52EDA2DD35}"/>
              </a:ext>
            </a:extLst>
          </p:cNvPr>
          <p:cNvCxnSpPr>
            <a:cxnSpLocks noChangeShapeType="1"/>
            <a:stCxn id="669703" idx="4"/>
            <a:endCxn id="669704"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9718" name="AutoShape 22">
            <a:extLst>
              <a:ext uri="{FF2B5EF4-FFF2-40B4-BE49-F238E27FC236}">
                <a16:creationId xmlns:a16="http://schemas.microsoft.com/office/drawing/2014/main" id="{FC714077-3B95-E520-3E18-44F4EB580D24}"/>
              </a:ext>
            </a:extLst>
          </p:cNvPr>
          <p:cNvCxnSpPr>
            <a:cxnSpLocks noChangeShapeType="1"/>
            <a:stCxn id="669704" idx="6"/>
            <a:endCxn id="669706"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9719" name="AutoShape 23">
            <a:extLst>
              <a:ext uri="{FF2B5EF4-FFF2-40B4-BE49-F238E27FC236}">
                <a16:creationId xmlns:a16="http://schemas.microsoft.com/office/drawing/2014/main" id="{4FB5F699-6B39-FB89-E9CB-3F2FDFE33A7D}"/>
              </a:ext>
            </a:extLst>
          </p:cNvPr>
          <p:cNvCxnSpPr>
            <a:cxnSpLocks noChangeShapeType="1"/>
            <a:stCxn id="669702" idx="6"/>
            <a:endCxn id="669700"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9720" name="AutoShape 24">
            <a:extLst>
              <a:ext uri="{FF2B5EF4-FFF2-40B4-BE49-F238E27FC236}">
                <a16:creationId xmlns:a16="http://schemas.microsoft.com/office/drawing/2014/main" id="{7B77D3F6-D143-3C47-E4A8-DA6466484F03}"/>
              </a:ext>
            </a:extLst>
          </p:cNvPr>
          <p:cNvCxnSpPr>
            <a:cxnSpLocks noChangeShapeType="1"/>
            <a:stCxn id="669704" idx="6"/>
            <a:endCxn id="669701"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69721" name="AutoShape 25">
            <a:extLst>
              <a:ext uri="{FF2B5EF4-FFF2-40B4-BE49-F238E27FC236}">
                <a16:creationId xmlns:a16="http://schemas.microsoft.com/office/drawing/2014/main" id="{B2B14C61-1DF7-04EF-8386-BC56774180E9}"/>
              </a:ext>
            </a:extLst>
          </p:cNvPr>
          <p:cNvCxnSpPr>
            <a:cxnSpLocks noChangeShapeType="1"/>
            <a:stCxn id="669700" idx="5"/>
            <a:endCxn id="669701"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69722" name="Text Box 26">
            <a:extLst>
              <a:ext uri="{FF2B5EF4-FFF2-40B4-BE49-F238E27FC236}">
                <a16:creationId xmlns:a16="http://schemas.microsoft.com/office/drawing/2014/main" id="{72B6DA29-80E8-82FF-2C8C-E9E5FE676123}"/>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669723" name="Text Box 27">
            <a:extLst>
              <a:ext uri="{FF2B5EF4-FFF2-40B4-BE49-F238E27FC236}">
                <a16:creationId xmlns:a16="http://schemas.microsoft.com/office/drawing/2014/main" id="{9B171EF5-0576-2AFF-DA23-7EF4CDC5224F}"/>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669724" name="Text Box 28">
            <a:extLst>
              <a:ext uri="{FF2B5EF4-FFF2-40B4-BE49-F238E27FC236}">
                <a16:creationId xmlns:a16="http://schemas.microsoft.com/office/drawing/2014/main" id="{5239FF3D-3D3D-58AD-F7D4-90CA8E81EF78}"/>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669725" name="Text Box 29">
            <a:extLst>
              <a:ext uri="{FF2B5EF4-FFF2-40B4-BE49-F238E27FC236}">
                <a16:creationId xmlns:a16="http://schemas.microsoft.com/office/drawing/2014/main" id="{D9A5663F-0878-7EA5-6419-2A04F60188C5}"/>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669726" name="Text Box 30">
            <a:extLst>
              <a:ext uri="{FF2B5EF4-FFF2-40B4-BE49-F238E27FC236}">
                <a16:creationId xmlns:a16="http://schemas.microsoft.com/office/drawing/2014/main" id="{A9A3EF0F-63BE-7324-1B37-14682485BD62}"/>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669727" name="Text Box 31">
            <a:extLst>
              <a:ext uri="{FF2B5EF4-FFF2-40B4-BE49-F238E27FC236}">
                <a16:creationId xmlns:a16="http://schemas.microsoft.com/office/drawing/2014/main" id="{5273510A-CF59-ABE9-8C90-BC7FAB4B0489}"/>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669728" name="Text Box 32">
            <a:extLst>
              <a:ext uri="{FF2B5EF4-FFF2-40B4-BE49-F238E27FC236}">
                <a16:creationId xmlns:a16="http://schemas.microsoft.com/office/drawing/2014/main" id="{B4C6D5D3-4FC0-3307-977F-074E5DD8B38D}"/>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669729" name="Text Box 33">
            <a:extLst>
              <a:ext uri="{FF2B5EF4-FFF2-40B4-BE49-F238E27FC236}">
                <a16:creationId xmlns:a16="http://schemas.microsoft.com/office/drawing/2014/main" id="{A5783F22-71A0-7E59-90FE-ED83FC9F0AE3}"/>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669730" name="Text Box 34">
            <a:extLst>
              <a:ext uri="{FF2B5EF4-FFF2-40B4-BE49-F238E27FC236}">
                <a16:creationId xmlns:a16="http://schemas.microsoft.com/office/drawing/2014/main" id="{8B2D2A45-1647-2103-23FE-74180350D33F}"/>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669731" name="Text Box 35">
            <a:extLst>
              <a:ext uri="{FF2B5EF4-FFF2-40B4-BE49-F238E27FC236}">
                <a16:creationId xmlns:a16="http://schemas.microsoft.com/office/drawing/2014/main" id="{9F80EBC3-0092-8B2C-F34D-126299903735}"/>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669732" name="Text Box 36">
            <a:extLst>
              <a:ext uri="{FF2B5EF4-FFF2-40B4-BE49-F238E27FC236}">
                <a16:creationId xmlns:a16="http://schemas.microsoft.com/office/drawing/2014/main" id="{85C4627E-5ABC-F7D7-BB8B-04D44AC4F007}"/>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669733" name="Text Box 37">
            <a:extLst>
              <a:ext uri="{FF2B5EF4-FFF2-40B4-BE49-F238E27FC236}">
                <a16:creationId xmlns:a16="http://schemas.microsoft.com/office/drawing/2014/main" id="{EDB140B0-633D-3DB4-FDDF-C7748AEF0388}"/>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669734" name="Text Box 38">
            <a:extLst>
              <a:ext uri="{FF2B5EF4-FFF2-40B4-BE49-F238E27FC236}">
                <a16:creationId xmlns:a16="http://schemas.microsoft.com/office/drawing/2014/main" id="{8FF6B6AA-4A6B-42A4-F914-287915C8D731}"/>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69735" name="Text Box 39">
            <a:extLst>
              <a:ext uri="{FF2B5EF4-FFF2-40B4-BE49-F238E27FC236}">
                <a16:creationId xmlns:a16="http://schemas.microsoft.com/office/drawing/2014/main" id="{B0746122-D33F-AADC-D18A-4260F3FC63C9}"/>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669736" name="Text Box 40">
            <a:extLst>
              <a:ext uri="{FF2B5EF4-FFF2-40B4-BE49-F238E27FC236}">
                <a16:creationId xmlns:a16="http://schemas.microsoft.com/office/drawing/2014/main" id="{6CC88765-0EE3-C46E-3F9A-A7613EAE4BDC}"/>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69737" name="Text Box 41">
            <a:extLst>
              <a:ext uri="{FF2B5EF4-FFF2-40B4-BE49-F238E27FC236}">
                <a16:creationId xmlns:a16="http://schemas.microsoft.com/office/drawing/2014/main" id="{A42AF14F-53B5-949E-57D2-758578C164FA}"/>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( 11, 14, 14, 16, 18, 19, 20, 23, 30, 44 )</a:t>
            </a:r>
          </a:p>
        </p:txBody>
      </p:sp>
      <p:sp>
        <p:nvSpPr>
          <p:cNvPr id="669739" name="Text Box 43">
            <a:extLst>
              <a:ext uri="{FF2B5EF4-FFF2-40B4-BE49-F238E27FC236}">
                <a16:creationId xmlns:a16="http://schemas.microsoft.com/office/drawing/2014/main" id="{276D1CC5-89E6-3B64-0613-34862D797F84}"/>
              </a:ext>
            </a:extLst>
          </p:cNvPr>
          <p:cNvSpPr txBox="1">
            <a:spLocks noChangeArrowheads="1"/>
          </p:cNvSpPr>
          <p:nvPr/>
        </p:nvSpPr>
        <p:spPr bwMode="auto">
          <a:xfrm>
            <a:off x="6324600" y="5334000"/>
            <a:ext cx="12779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p>
            <a:r>
              <a:rPr lang="en-US" altLang="en-US" sz="1600">
                <a:solidFill>
                  <a:schemeClr val="accent1"/>
                </a:solidFill>
              </a:rPr>
              <a:t>PQdelmin()</a:t>
            </a:r>
            <a:endParaRPr lang="en-US" altLang="en-US"/>
          </a:p>
        </p:txBody>
      </p:sp>
      <p:sp>
        <p:nvSpPr>
          <p:cNvPr id="669741" name="AutoShape 45">
            <a:extLst>
              <a:ext uri="{FF2B5EF4-FFF2-40B4-BE49-F238E27FC236}">
                <a16:creationId xmlns:a16="http://schemas.microsoft.com/office/drawing/2014/main" id="{D1A56723-ED83-2E6C-C83A-86592A0FE38C}"/>
              </a:ext>
            </a:extLst>
          </p:cNvPr>
          <p:cNvSpPr>
            <a:spLocks noChangeArrowheads="1"/>
          </p:cNvSpPr>
          <p:nvPr/>
        </p:nvSpPr>
        <p:spPr bwMode="auto">
          <a:xfrm rot="11702089">
            <a:off x="7467601" y="4953001"/>
            <a:ext cx="174625" cy="314325"/>
          </a:xfrm>
          <a:prstGeom prst="downArrow">
            <a:avLst>
              <a:gd name="adj1" fmla="val 50000"/>
              <a:gd name="adj2" fmla="val 45000"/>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88D53502-4B8B-173B-25A8-E3F9A4AE9C78}"/>
              </a:ext>
            </a:extLst>
          </p:cNvPr>
          <p:cNvSpPr>
            <a:spLocks noGrp="1"/>
          </p:cNvSpPr>
          <p:nvPr>
            <p:ph type="sldNum" sz="quarter" idx="10"/>
          </p:nvPr>
        </p:nvSpPr>
        <p:spPr/>
        <p:txBody>
          <a:bodyPr/>
          <a:lstStyle/>
          <a:p>
            <a:fld id="{F6B7915D-6BBA-465D-A240-E0D2895862A2}" type="slidenum">
              <a:rPr lang="en-US" altLang="en-US"/>
              <a:pPr/>
              <a:t>38</a:t>
            </a:fld>
            <a:endParaRPr lang="en-US" altLang="en-US" sz="1400"/>
          </a:p>
        </p:txBody>
      </p:sp>
      <p:sp>
        <p:nvSpPr>
          <p:cNvPr id="565250" name="Rectangle 2">
            <a:extLst>
              <a:ext uri="{FF2B5EF4-FFF2-40B4-BE49-F238E27FC236}">
                <a16:creationId xmlns:a16="http://schemas.microsoft.com/office/drawing/2014/main" id="{9BAC9C70-7267-3F96-BC4B-9AFB9AA27797}"/>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565251" name="Oval 3">
            <a:extLst>
              <a:ext uri="{FF2B5EF4-FFF2-40B4-BE49-F238E27FC236}">
                <a16:creationId xmlns:a16="http://schemas.microsoft.com/office/drawing/2014/main" id="{CD3D5687-A014-CF8F-E9C3-E22175BFC555}"/>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565252" name="Oval 4">
            <a:extLst>
              <a:ext uri="{FF2B5EF4-FFF2-40B4-BE49-F238E27FC236}">
                <a16:creationId xmlns:a16="http://schemas.microsoft.com/office/drawing/2014/main" id="{F2D3C511-F337-320E-041B-76886B06BDD3}"/>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565253" name="Oval 5">
            <a:extLst>
              <a:ext uri="{FF2B5EF4-FFF2-40B4-BE49-F238E27FC236}">
                <a16:creationId xmlns:a16="http://schemas.microsoft.com/office/drawing/2014/main" id="{7BCE2D91-CA2F-3286-8818-EF2355062790}"/>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565254" name="Oval 6">
            <a:extLst>
              <a:ext uri="{FF2B5EF4-FFF2-40B4-BE49-F238E27FC236}">
                <a16:creationId xmlns:a16="http://schemas.microsoft.com/office/drawing/2014/main" id="{7C949174-4095-F787-FB1B-4A70439C18B3}"/>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565255" name="Oval 7">
            <a:extLst>
              <a:ext uri="{FF2B5EF4-FFF2-40B4-BE49-F238E27FC236}">
                <a16:creationId xmlns:a16="http://schemas.microsoft.com/office/drawing/2014/main" id="{4273535B-279D-6D5E-3633-46673BFE5666}"/>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565256" name="Oval 8">
            <a:extLst>
              <a:ext uri="{FF2B5EF4-FFF2-40B4-BE49-F238E27FC236}">
                <a16:creationId xmlns:a16="http://schemas.microsoft.com/office/drawing/2014/main" id="{7733CF7B-7079-626B-A37A-DCB524AEB451}"/>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565257" name="Oval 9">
            <a:extLst>
              <a:ext uri="{FF2B5EF4-FFF2-40B4-BE49-F238E27FC236}">
                <a16:creationId xmlns:a16="http://schemas.microsoft.com/office/drawing/2014/main" id="{673E405C-200E-41BA-B408-76BF1C1904AC}"/>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565258" name="Oval 10">
            <a:extLst>
              <a:ext uri="{FF2B5EF4-FFF2-40B4-BE49-F238E27FC236}">
                <a16:creationId xmlns:a16="http://schemas.microsoft.com/office/drawing/2014/main" id="{031A589D-4DC6-9A70-A442-619F8D906DBA}"/>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565259" name="AutoShape 11">
            <a:extLst>
              <a:ext uri="{FF2B5EF4-FFF2-40B4-BE49-F238E27FC236}">
                <a16:creationId xmlns:a16="http://schemas.microsoft.com/office/drawing/2014/main" id="{33030B5A-0DE4-63D4-8E27-7343E26F904A}"/>
              </a:ext>
            </a:extLst>
          </p:cNvPr>
          <p:cNvCxnSpPr>
            <a:cxnSpLocks noChangeShapeType="1"/>
            <a:stCxn id="565251" idx="7"/>
            <a:endCxn id="565254" idx="2"/>
          </p:cNvCxnSpPr>
          <p:nvPr/>
        </p:nvCxnSpPr>
        <p:spPr bwMode="auto">
          <a:xfrm flipV="1">
            <a:off x="2081213" y="3057526"/>
            <a:ext cx="1511300" cy="379413"/>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5260" name="AutoShape 12">
            <a:extLst>
              <a:ext uri="{FF2B5EF4-FFF2-40B4-BE49-F238E27FC236}">
                <a16:creationId xmlns:a16="http://schemas.microsoft.com/office/drawing/2014/main" id="{EA0F3E5E-A518-EF52-EBD3-EB4F37DE9BAE}"/>
              </a:ext>
            </a:extLst>
          </p:cNvPr>
          <p:cNvCxnSpPr>
            <a:cxnSpLocks noChangeShapeType="1"/>
            <a:stCxn id="565251" idx="6"/>
            <a:endCxn id="565255" idx="1"/>
          </p:cNvCxnSpPr>
          <p:nvPr/>
        </p:nvCxnSpPr>
        <p:spPr bwMode="auto">
          <a:xfrm>
            <a:off x="2133600" y="3551239"/>
            <a:ext cx="2317750" cy="56197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5261" name="AutoShape 13">
            <a:extLst>
              <a:ext uri="{FF2B5EF4-FFF2-40B4-BE49-F238E27FC236}">
                <a16:creationId xmlns:a16="http://schemas.microsoft.com/office/drawing/2014/main" id="{B83FCCA6-3E7B-D601-5E88-EA85A79536CF}"/>
              </a:ext>
            </a:extLst>
          </p:cNvPr>
          <p:cNvCxnSpPr>
            <a:cxnSpLocks noChangeShapeType="1"/>
            <a:stCxn id="565251" idx="5"/>
            <a:endCxn id="565256"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5262" name="AutoShape 14">
            <a:extLst>
              <a:ext uri="{FF2B5EF4-FFF2-40B4-BE49-F238E27FC236}">
                <a16:creationId xmlns:a16="http://schemas.microsoft.com/office/drawing/2014/main" id="{79B154DE-D90A-3907-65A8-578A68AEEAE7}"/>
              </a:ext>
            </a:extLst>
          </p:cNvPr>
          <p:cNvCxnSpPr>
            <a:cxnSpLocks noChangeShapeType="1"/>
            <a:stCxn id="565255" idx="7"/>
            <a:endCxn id="565252"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5263" name="AutoShape 15">
            <a:extLst>
              <a:ext uri="{FF2B5EF4-FFF2-40B4-BE49-F238E27FC236}">
                <a16:creationId xmlns:a16="http://schemas.microsoft.com/office/drawing/2014/main" id="{FC6B03C1-A3D0-B9BB-CC5E-45BDE6AB10E1}"/>
              </a:ext>
            </a:extLst>
          </p:cNvPr>
          <p:cNvCxnSpPr>
            <a:cxnSpLocks noChangeShapeType="1"/>
            <a:stCxn id="565257" idx="7"/>
            <a:endCxn id="565252"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5264" name="AutoShape 16">
            <a:extLst>
              <a:ext uri="{FF2B5EF4-FFF2-40B4-BE49-F238E27FC236}">
                <a16:creationId xmlns:a16="http://schemas.microsoft.com/office/drawing/2014/main" id="{A7AC0312-2295-1D82-AD1B-02FAB17836D4}"/>
              </a:ext>
            </a:extLst>
          </p:cNvPr>
          <p:cNvCxnSpPr>
            <a:cxnSpLocks noChangeShapeType="1"/>
            <a:stCxn id="565255" idx="5"/>
            <a:endCxn id="565258"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5265" name="AutoShape 17">
            <a:extLst>
              <a:ext uri="{FF2B5EF4-FFF2-40B4-BE49-F238E27FC236}">
                <a16:creationId xmlns:a16="http://schemas.microsoft.com/office/drawing/2014/main" id="{1B1520ED-4674-F548-D9E7-AF9CAF85E19F}"/>
              </a:ext>
            </a:extLst>
          </p:cNvPr>
          <p:cNvCxnSpPr>
            <a:cxnSpLocks noChangeShapeType="1"/>
            <a:stCxn id="565258" idx="5"/>
            <a:endCxn id="565253"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5266" name="AutoShape 18">
            <a:extLst>
              <a:ext uri="{FF2B5EF4-FFF2-40B4-BE49-F238E27FC236}">
                <a16:creationId xmlns:a16="http://schemas.microsoft.com/office/drawing/2014/main" id="{A34CC54D-CA0C-97FC-FF22-22047742193B}"/>
              </a:ext>
            </a:extLst>
          </p:cNvPr>
          <p:cNvCxnSpPr>
            <a:cxnSpLocks noChangeShapeType="1"/>
            <a:stCxn id="565258" idx="6"/>
            <a:endCxn id="565257" idx="2"/>
          </p:cNvCxnSpPr>
          <p:nvPr/>
        </p:nvCxnSpPr>
        <p:spPr bwMode="auto">
          <a:xfrm flipV="1">
            <a:off x="6122988" y="4576763"/>
            <a:ext cx="2417762" cy="342900"/>
          </a:xfrm>
          <a:prstGeom prst="straightConnector1">
            <a:avLst/>
          </a:prstGeom>
          <a:noFill/>
          <a:ln w="762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5267" name="AutoShape 19">
            <a:extLst>
              <a:ext uri="{FF2B5EF4-FFF2-40B4-BE49-F238E27FC236}">
                <a16:creationId xmlns:a16="http://schemas.microsoft.com/office/drawing/2014/main" id="{BDB8D343-4B94-AA20-8725-712EA8F23F52}"/>
              </a:ext>
            </a:extLst>
          </p:cNvPr>
          <p:cNvCxnSpPr>
            <a:cxnSpLocks noChangeShapeType="1"/>
            <a:stCxn id="565257" idx="4"/>
            <a:endCxn id="565253" idx="1"/>
          </p:cNvCxnSpPr>
          <p:nvPr/>
        </p:nvCxnSpPr>
        <p:spPr bwMode="auto">
          <a:xfrm>
            <a:off x="8699501" y="4735514"/>
            <a:ext cx="1147763" cy="1208087"/>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5268" name="AutoShape 20">
            <a:extLst>
              <a:ext uri="{FF2B5EF4-FFF2-40B4-BE49-F238E27FC236}">
                <a16:creationId xmlns:a16="http://schemas.microsoft.com/office/drawing/2014/main" id="{9D34C841-6DD9-9295-096B-FFFF09242331}"/>
              </a:ext>
            </a:extLst>
          </p:cNvPr>
          <p:cNvCxnSpPr>
            <a:cxnSpLocks noChangeShapeType="1"/>
            <a:stCxn id="565252" idx="3"/>
            <a:endCxn id="565258"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5269" name="AutoShape 21">
            <a:extLst>
              <a:ext uri="{FF2B5EF4-FFF2-40B4-BE49-F238E27FC236}">
                <a16:creationId xmlns:a16="http://schemas.microsoft.com/office/drawing/2014/main" id="{BF938B13-BAD1-8ABC-E583-F4F94C6EC0C5}"/>
              </a:ext>
            </a:extLst>
          </p:cNvPr>
          <p:cNvCxnSpPr>
            <a:cxnSpLocks noChangeShapeType="1"/>
            <a:stCxn id="565255" idx="4"/>
            <a:endCxn id="565256"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5270" name="AutoShape 22">
            <a:extLst>
              <a:ext uri="{FF2B5EF4-FFF2-40B4-BE49-F238E27FC236}">
                <a16:creationId xmlns:a16="http://schemas.microsoft.com/office/drawing/2014/main" id="{BDE26849-5150-8624-BA28-462E5FD088E4}"/>
              </a:ext>
            </a:extLst>
          </p:cNvPr>
          <p:cNvCxnSpPr>
            <a:cxnSpLocks noChangeShapeType="1"/>
            <a:stCxn id="565256" idx="6"/>
            <a:endCxn id="565258"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5271" name="AutoShape 23">
            <a:extLst>
              <a:ext uri="{FF2B5EF4-FFF2-40B4-BE49-F238E27FC236}">
                <a16:creationId xmlns:a16="http://schemas.microsoft.com/office/drawing/2014/main" id="{54AA6197-B1BB-417C-560C-31B5BB88CDD0}"/>
              </a:ext>
            </a:extLst>
          </p:cNvPr>
          <p:cNvCxnSpPr>
            <a:cxnSpLocks noChangeShapeType="1"/>
            <a:stCxn id="565254" idx="6"/>
            <a:endCxn id="565252"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5272" name="AutoShape 24">
            <a:extLst>
              <a:ext uri="{FF2B5EF4-FFF2-40B4-BE49-F238E27FC236}">
                <a16:creationId xmlns:a16="http://schemas.microsoft.com/office/drawing/2014/main" id="{F4C64DDF-7638-1E76-B07E-07AAAE256644}"/>
              </a:ext>
            </a:extLst>
          </p:cNvPr>
          <p:cNvCxnSpPr>
            <a:cxnSpLocks noChangeShapeType="1"/>
            <a:stCxn id="565256" idx="6"/>
            <a:endCxn id="565253"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5273" name="AutoShape 25">
            <a:extLst>
              <a:ext uri="{FF2B5EF4-FFF2-40B4-BE49-F238E27FC236}">
                <a16:creationId xmlns:a16="http://schemas.microsoft.com/office/drawing/2014/main" id="{E76B07FE-4560-8C1A-5A11-D7516338BAC7}"/>
              </a:ext>
            </a:extLst>
          </p:cNvPr>
          <p:cNvCxnSpPr>
            <a:cxnSpLocks noChangeShapeType="1"/>
            <a:stCxn id="565252" idx="5"/>
            <a:endCxn id="565253"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65274" name="Text Box 26">
            <a:extLst>
              <a:ext uri="{FF2B5EF4-FFF2-40B4-BE49-F238E27FC236}">
                <a16:creationId xmlns:a16="http://schemas.microsoft.com/office/drawing/2014/main" id="{D328F235-81FE-19C8-3382-C1EC438E5FF6}"/>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565275" name="Text Box 27">
            <a:extLst>
              <a:ext uri="{FF2B5EF4-FFF2-40B4-BE49-F238E27FC236}">
                <a16:creationId xmlns:a16="http://schemas.microsoft.com/office/drawing/2014/main" id="{8C232D0B-AC5B-8160-2F8F-EB89C17A0E2C}"/>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565276" name="Text Box 28">
            <a:extLst>
              <a:ext uri="{FF2B5EF4-FFF2-40B4-BE49-F238E27FC236}">
                <a16:creationId xmlns:a16="http://schemas.microsoft.com/office/drawing/2014/main" id="{D5A9C219-7E11-F553-D84C-60C44B0FD02B}"/>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565277" name="Text Box 29">
            <a:extLst>
              <a:ext uri="{FF2B5EF4-FFF2-40B4-BE49-F238E27FC236}">
                <a16:creationId xmlns:a16="http://schemas.microsoft.com/office/drawing/2014/main" id="{B9C335FF-CAF3-6132-9823-F1854E4E8279}"/>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565278" name="Text Box 30">
            <a:extLst>
              <a:ext uri="{FF2B5EF4-FFF2-40B4-BE49-F238E27FC236}">
                <a16:creationId xmlns:a16="http://schemas.microsoft.com/office/drawing/2014/main" id="{0D2B8DAD-8294-42D9-B888-13B079B08F2A}"/>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565279" name="Text Box 31">
            <a:extLst>
              <a:ext uri="{FF2B5EF4-FFF2-40B4-BE49-F238E27FC236}">
                <a16:creationId xmlns:a16="http://schemas.microsoft.com/office/drawing/2014/main" id="{575D1F1F-4EBF-B3E9-BA53-79E397B40A43}"/>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565280" name="Text Box 32">
            <a:extLst>
              <a:ext uri="{FF2B5EF4-FFF2-40B4-BE49-F238E27FC236}">
                <a16:creationId xmlns:a16="http://schemas.microsoft.com/office/drawing/2014/main" id="{3EBC5168-9E25-DF56-434A-0BBC410D30B2}"/>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565281" name="Text Box 33">
            <a:extLst>
              <a:ext uri="{FF2B5EF4-FFF2-40B4-BE49-F238E27FC236}">
                <a16:creationId xmlns:a16="http://schemas.microsoft.com/office/drawing/2014/main" id="{A5B773DB-F26E-1174-7ED4-F0CD0BCA013E}"/>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565282" name="Text Box 34">
            <a:extLst>
              <a:ext uri="{FF2B5EF4-FFF2-40B4-BE49-F238E27FC236}">
                <a16:creationId xmlns:a16="http://schemas.microsoft.com/office/drawing/2014/main" id="{E9CD0456-73F5-24D1-3BF6-A79B690AD08A}"/>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565283" name="Text Box 35">
            <a:extLst>
              <a:ext uri="{FF2B5EF4-FFF2-40B4-BE49-F238E27FC236}">
                <a16:creationId xmlns:a16="http://schemas.microsoft.com/office/drawing/2014/main" id="{CE954578-D87A-A2E9-FCEE-29D680B71FF4}"/>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565284" name="Text Box 36">
            <a:extLst>
              <a:ext uri="{FF2B5EF4-FFF2-40B4-BE49-F238E27FC236}">
                <a16:creationId xmlns:a16="http://schemas.microsoft.com/office/drawing/2014/main" id="{A77DCD71-5269-21EA-4636-E5BCB8816F1A}"/>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565285" name="Text Box 37">
            <a:extLst>
              <a:ext uri="{FF2B5EF4-FFF2-40B4-BE49-F238E27FC236}">
                <a16:creationId xmlns:a16="http://schemas.microsoft.com/office/drawing/2014/main" id="{3929F2AB-0CEA-0491-ADA2-74EF95941D63}"/>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565286" name="Text Box 38">
            <a:extLst>
              <a:ext uri="{FF2B5EF4-FFF2-40B4-BE49-F238E27FC236}">
                <a16:creationId xmlns:a16="http://schemas.microsoft.com/office/drawing/2014/main" id="{7A9B0E4A-6E4F-39F5-7DB7-167DD052E95C}"/>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65287" name="Text Box 39">
            <a:extLst>
              <a:ext uri="{FF2B5EF4-FFF2-40B4-BE49-F238E27FC236}">
                <a16:creationId xmlns:a16="http://schemas.microsoft.com/office/drawing/2014/main" id="{716FEBD5-4528-FAC4-9A26-280C54E4D563}"/>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565288" name="Text Box 40">
            <a:extLst>
              <a:ext uri="{FF2B5EF4-FFF2-40B4-BE49-F238E27FC236}">
                <a16:creationId xmlns:a16="http://schemas.microsoft.com/office/drawing/2014/main" id="{750C2708-47C5-2712-D066-1B1FB6559AF4}"/>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65290" name="Text Box 42">
            <a:extLst>
              <a:ext uri="{FF2B5EF4-FFF2-40B4-BE49-F238E27FC236}">
                <a16:creationId xmlns:a16="http://schemas.microsoft.com/office/drawing/2014/main" id="{97C045D0-6593-C56A-D204-25B7F112A61C}"/>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( 14, 14, 16, 18, 19, 20, 23, 30, 44 )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0D149EA2-7E26-ABF6-6CDF-5BA35B2D03B0}"/>
              </a:ext>
            </a:extLst>
          </p:cNvPr>
          <p:cNvSpPr>
            <a:spLocks noGrp="1"/>
          </p:cNvSpPr>
          <p:nvPr>
            <p:ph type="sldNum" sz="quarter" idx="10"/>
          </p:nvPr>
        </p:nvSpPr>
        <p:spPr/>
        <p:txBody>
          <a:bodyPr/>
          <a:lstStyle/>
          <a:p>
            <a:fld id="{C3F3117C-2371-4AF1-950D-DF0D865AF490}" type="slidenum">
              <a:rPr lang="en-US" altLang="en-US"/>
              <a:pPr/>
              <a:t>39</a:t>
            </a:fld>
            <a:endParaRPr lang="en-US" altLang="en-US" sz="1400"/>
          </a:p>
        </p:txBody>
      </p:sp>
      <p:sp>
        <p:nvSpPr>
          <p:cNvPr id="568322" name="Rectangle 2">
            <a:extLst>
              <a:ext uri="{FF2B5EF4-FFF2-40B4-BE49-F238E27FC236}">
                <a16:creationId xmlns:a16="http://schemas.microsoft.com/office/drawing/2014/main" id="{B23EFE72-BD70-B017-1569-379B293BAB82}"/>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568323" name="Oval 3">
            <a:extLst>
              <a:ext uri="{FF2B5EF4-FFF2-40B4-BE49-F238E27FC236}">
                <a16:creationId xmlns:a16="http://schemas.microsoft.com/office/drawing/2014/main" id="{BF632988-4B40-F1F0-B8BF-09588C7A3ECE}"/>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568324" name="Oval 4">
            <a:extLst>
              <a:ext uri="{FF2B5EF4-FFF2-40B4-BE49-F238E27FC236}">
                <a16:creationId xmlns:a16="http://schemas.microsoft.com/office/drawing/2014/main" id="{64E94143-5CF2-559B-D5B2-6F677E7EEE5D}"/>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568325" name="Oval 5">
            <a:extLst>
              <a:ext uri="{FF2B5EF4-FFF2-40B4-BE49-F238E27FC236}">
                <a16:creationId xmlns:a16="http://schemas.microsoft.com/office/drawing/2014/main" id="{82CAFCD0-509C-F3C6-85A4-EBE30211624B}"/>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568326" name="Oval 6">
            <a:extLst>
              <a:ext uri="{FF2B5EF4-FFF2-40B4-BE49-F238E27FC236}">
                <a16:creationId xmlns:a16="http://schemas.microsoft.com/office/drawing/2014/main" id="{99902B1C-EBCD-CEBE-3D8E-A54E01DCA4E9}"/>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568327" name="Oval 7">
            <a:extLst>
              <a:ext uri="{FF2B5EF4-FFF2-40B4-BE49-F238E27FC236}">
                <a16:creationId xmlns:a16="http://schemas.microsoft.com/office/drawing/2014/main" id="{8F933CE6-5A54-8B28-54CD-CBB02D3D9E5E}"/>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568328" name="Oval 8">
            <a:extLst>
              <a:ext uri="{FF2B5EF4-FFF2-40B4-BE49-F238E27FC236}">
                <a16:creationId xmlns:a16="http://schemas.microsoft.com/office/drawing/2014/main" id="{3B74353F-ADDF-EAE2-22BA-74ADE29FF683}"/>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568329" name="Oval 9">
            <a:extLst>
              <a:ext uri="{FF2B5EF4-FFF2-40B4-BE49-F238E27FC236}">
                <a16:creationId xmlns:a16="http://schemas.microsoft.com/office/drawing/2014/main" id="{FA8601B4-AE7B-F62D-B170-6D1AE08AC86F}"/>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568330" name="Oval 10">
            <a:extLst>
              <a:ext uri="{FF2B5EF4-FFF2-40B4-BE49-F238E27FC236}">
                <a16:creationId xmlns:a16="http://schemas.microsoft.com/office/drawing/2014/main" id="{302F615D-D286-F290-8A28-75A22A24E1AC}"/>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568331" name="AutoShape 11">
            <a:extLst>
              <a:ext uri="{FF2B5EF4-FFF2-40B4-BE49-F238E27FC236}">
                <a16:creationId xmlns:a16="http://schemas.microsoft.com/office/drawing/2014/main" id="{3626007F-D82F-63F4-6162-4A2A910F58E3}"/>
              </a:ext>
            </a:extLst>
          </p:cNvPr>
          <p:cNvCxnSpPr>
            <a:cxnSpLocks noChangeShapeType="1"/>
            <a:stCxn id="568323" idx="7"/>
            <a:endCxn id="568326" idx="2"/>
          </p:cNvCxnSpPr>
          <p:nvPr/>
        </p:nvCxnSpPr>
        <p:spPr bwMode="auto">
          <a:xfrm flipV="1">
            <a:off x="2081213" y="3057526"/>
            <a:ext cx="1511300" cy="379413"/>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8332" name="AutoShape 12">
            <a:extLst>
              <a:ext uri="{FF2B5EF4-FFF2-40B4-BE49-F238E27FC236}">
                <a16:creationId xmlns:a16="http://schemas.microsoft.com/office/drawing/2014/main" id="{A4A62EA7-FD99-DD5F-1904-5ACAC3BC6C71}"/>
              </a:ext>
            </a:extLst>
          </p:cNvPr>
          <p:cNvCxnSpPr>
            <a:cxnSpLocks noChangeShapeType="1"/>
            <a:stCxn id="568323" idx="6"/>
            <a:endCxn id="568327" idx="1"/>
          </p:cNvCxnSpPr>
          <p:nvPr/>
        </p:nvCxnSpPr>
        <p:spPr bwMode="auto">
          <a:xfrm>
            <a:off x="2133600" y="3551239"/>
            <a:ext cx="2317750" cy="56197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8333" name="AutoShape 13">
            <a:extLst>
              <a:ext uri="{FF2B5EF4-FFF2-40B4-BE49-F238E27FC236}">
                <a16:creationId xmlns:a16="http://schemas.microsoft.com/office/drawing/2014/main" id="{E99B46C6-0D0E-81C5-BDCA-8F49EE8F484B}"/>
              </a:ext>
            </a:extLst>
          </p:cNvPr>
          <p:cNvCxnSpPr>
            <a:cxnSpLocks noChangeShapeType="1"/>
            <a:stCxn id="568323" idx="5"/>
            <a:endCxn id="568328"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8334" name="AutoShape 14">
            <a:extLst>
              <a:ext uri="{FF2B5EF4-FFF2-40B4-BE49-F238E27FC236}">
                <a16:creationId xmlns:a16="http://schemas.microsoft.com/office/drawing/2014/main" id="{56480283-2E61-FDFB-1F38-3A132B8CADE5}"/>
              </a:ext>
            </a:extLst>
          </p:cNvPr>
          <p:cNvCxnSpPr>
            <a:cxnSpLocks noChangeShapeType="1"/>
            <a:stCxn id="568327" idx="7"/>
            <a:endCxn id="568324"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8335" name="AutoShape 15">
            <a:extLst>
              <a:ext uri="{FF2B5EF4-FFF2-40B4-BE49-F238E27FC236}">
                <a16:creationId xmlns:a16="http://schemas.microsoft.com/office/drawing/2014/main" id="{7811D900-78BA-3CFF-BE3E-191024770C15}"/>
              </a:ext>
            </a:extLst>
          </p:cNvPr>
          <p:cNvCxnSpPr>
            <a:cxnSpLocks noChangeShapeType="1"/>
            <a:stCxn id="568329" idx="7"/>
            <a:endCxn id="568324"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8336" name="AutoShape 16">
            <a:extLst>
              <a:ext uri="{FF2B5EF4-FFF2-40B4-BE49-F238E27FC236}">
                <a16:creationId xmlns:a16="http://schemas.microsoft.com/office/drawing/2014/main" id="{DDC1540D-7FAB-AA67-E180-DE33668F71D7}"/>
              </a:ext>
            </a:extLst>
          </p:cNvPr>
          <p:cNvCxnSpPr>
            <a:cxnSpLocks noChangeShapeType="1"/>
            <a:stCxn id="568327" idx="5"/>
            <a:endCxn id="568330"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8337" name="AutoShape 17">
            <a:extLst>
              <a:ext uri="{FF2B5EF4-FFF2-40B4-BE49-F238E27FC236}">
                <a16:creationId xmlns:a16="http://schemas.microsoft.com/office/drawing/2014/main" id="{7807388E-9640-4911-7D80-701A7767173F}"/>
              </a:ext>
            </a:extLst>
          </p:cNvPr>
          <p:cNvCxnSpPr>
            <a:cxnSpLocks noChangeShapeType="1"/>
            <a:stCxn id="568330" idx="5"/>
            <a:endCxn id="568325"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8338" name="AutoShape 18">
            <a:extLst>
              <a:ext uri="{FF2B5EF4-FFF2-40B4-BE49-F238E27FC236}">
                <a16:creationId xmlns:a16="http://schemas.microsoft.com/office/drawing/2014/main" id="{CCEF42C4-B798-E84B-5D33-C0CF4B58DF26}"/>
              </a:ext>
            </a:extLst>
          </p:cNvPr>
          <p:cNvCxnSpPr>
            <a:cxnSpLocks noChangeShapeType="1"/>
            <a:stCxn id="568330" idx="6"/>
            <a:endCxn id="568329"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8339" name="AutoShape 19">
            <a:extLst>
              <a:ext uri="{FF2B5EF4-FFF2-40B4-BE49-F238E27FC236}">
                <a16:creationId xmlns:a16="http://schemas.microsoft.com/office/drawing/2014/main" id="{D81F491A-5CFB-3192-DA3E-1F680B91B376}"/>
              </a:ext>
            </a:extLst>
          </p:cNvPr>
          <p:cNvCxnSpPr>
            <a:cxnSpLocks noChangeShapeType="1"/>
            <a:stCxn id="568329" idx="4"/>
            <a:endCxn id="568325" idx="1"/>
          </p:cNvCxnSpPr>
          <p:nvPr/>
        </p:nvCxnSpPr>
        <p:spPr bwMode="auto">
          <a:xfrm>
            <a:off x="8699501" y="4735514"/>
            <a:ext cx="1147763" cy="1208087"/>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8340" name="AutoShape 20">
            <a:extLst>
              <a:ext uri="{FF2B5EF4-FFF2-40B4-BE49-F238E27FC236}">
                <a16:creationId xmlns:a16="http://schemas.microsoft.com/office/drawing/2014/main" id="{BFECA6EC-9C1D-9C32-6F88-0946B663FA42}"/>
              </a:ext>
            </a:extLst>
          </p:cNvPr>
          <p:cNvCxnSpPr>
            <a:cxnSpLocks noChangeShapeType="1"/>
            <a:stCxn id="568324" idx="3"/>
            <a:endCxn id="568330"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8341" name="AutoShape 21">
            <a:extLst>
              <a:ext uri="{FF2B5EF4-FFF2-40B4-BE49-F238E27FC236}">
                <a16:creationId xmlns:a16="http://schemas.microsoft.com/office/drawing/2014/main" id="{9883A274-2EDB-A267-9285-2F24BC14E1CC}"/>
              </a:ext>
            </a:extLst>
          </p:cNvPr>
          <p:cNvCxnSpPr>
            <a:cxnSpLocks noChangeShapeType="1"/>
            <a:stCxn id="568327" idx="4"/>
            <a:endCxn id="568328"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8342" name="AutoShape 22">
            <a:extLst>
              <a:ext uri="{FF2B5EF4-FFF2-40B4-BE49-F238E27FC236}">
                <a16:creationId xmlns:a16="http://schemas.microsoft.com/office/drawing/2014/main" id="{8F0D7850-5328-281A-43E7-1AFC40A686D5}"/>
              </a:ext>
            </a:extLst>
          </p:cNvPr>
          <p:cNvCxnSpPr>
            <a:cxnSpLocks noChangeShapeType="1"/>
            <a:stCxn id="568328" idx="6"/>
            <a:endCxn id="568330"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8343" name="AutoShape 23">
            <a:extLst>
              <a:ext uri="{FF2B5EF4-FFF2-40B4-BE49-F238E27FC236}">
                <a16:creationId xmlns:a16="http://schemas.microsoft.com/office/drawing/2014/main" id="{21572C1E-B8A1-6BE8-9D6B-A820B47C52B5}"/>
              </a:ext>
            </a:extLst>
          </p:cNvPr>
          <p:cNvCxnSpPr>
            <a:cxnSpLocks noChangeShapeType="1"/>
            <a:stCxn id="568326" idx="6"/>
            <a:endCxn id="568324"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8344" name="AutoShape 24">
            <a:extLst>
              <a:ext uri="{FF2B5EF4-FFF2-40B4-BE49-F238E27FC236}">
                <a16:creationId xmlns:a16="http://schemas.microsoft.com/office/drawing/2014/main" id="{FADC7693-AFB7-3E46-5CF0-405A0A03C225}"/>
              </a:ext>
            </a:extLst>
          </p:cNvPr>
          <p:cNvCxnSpPr>
            <a:cxnSpLocks noChangeShapeType="1"/>
            <a:stCxn id="568328" idx="6"/>
            <a:endCxn id="568325"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8345" name="AutoShape 25">
            <a:extLst>
              <a:ext uri="{FF2B5EF4-FFF2-40B4-BE49-F238E27FC236}">
                <a16:creationId xmlns:a16="http://schemas.microsoft.com/office/drawing/2014/main" id="{676516B6-BC91-2553-3C72-E40479D19058}"/>
              </a:ext>
            </a:extLst>
          </p:cNvPr>
          <p:cNvCxnSpPr>
            <a:cxnSpLocks noChangeShapeType="1"/>
            <a:stCxn id="568324" idx="5"/>
            <a:endCxn id="568325"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68346" name="Text Box 26">
            <a:extLst>
              <a:ext uri="{FF2B5EF4-FFF2-40B4-BE49-F238E27FC236}">
                <a16:creationId xmlns:a16="http://schemas.microsoft.com/office/drawing/2014/main" id="{11E28356-7C0D-E9F7-C931-E0754328616D}"/>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568347" name="Text Box 27">
            <a:extLst>
              <a:ext uri="{FF2B5EF4-FFF2-40B4-BE49-F238E27FC236}">
                <a16:creationId xmlns:a16="http://schemas.microsoft.com/office/drawing/2014/main" id="{3EEA7C6F-A7B5-5DD7-D875-4B3E55C1474F}"/>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568348" name="Text Box 28">
            <a:extLst>
              <a:ext uri="{FF2B5EF4-FFF2-40B4-BE49-F238E27FC236}">
                <a16:creationId xmlns:a16="http://schemas.microsoft.com/office/drawing/2014/main" id="{C56E2E3E-C01A-1CC3-EF39-F432A338EC71}"/>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568349" name="Text Box 29">
            <a:extLst>
              <a:ext uri="{FF2B5EF4-FFF2-40B4-BE49-F238E27FC236}">
                <a16:creationId xmlns:a16="http://schemas.microsoft.com/office/drawing/2014/main" id="{E3EAD5E5-007E-5958-5E7C-2E8AAD1E22B7}"/>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568350" name="Text Box 30">
            <a:extLst>
              <a:ext uri="{FF2B5EF4-FFF2-40B4-BE49-F238E27FC236}">
                <a16:creationId xmlns:a16="http://schemas.microsoft.com/office/drawing/2014/main" id="{F41D9483-6335-F97D-7FEF-0109F82A55C3}"/>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568351" name="Text Box 31">
            <a:extLst>
              <a:ext uri="{FF2B5EF4-FFF2-40B4-BE49-F238E27FC236}">
                <a16:creationId xmlns:a16="http://schemas.microsoft.com/office/drawing/2014/main" id="{D9C50130-001F-84A5-51EE-2D4A419395F0}"/>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568352" name="Text Box 32">
            <a:extLst>
              <a:ext uri="{FF2B5EF4-FFF2-40B4-BE49-F238E27FC236}">
                <a16:creationId xmlns:a16="http://schemas.microsoft.com/office/drawing/2014/main" id="{AE7D27A4-1966-18B9-2233-2319B144A9FE}"/>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568353" name="Text Box 33">
            <a:extLst>
              <a:ext uri="{FF2B5EF4-FFF2-40B4-BE49-F238E27FC236}">
                <a16:creationId xmlns:a16="http://schemas.microsoft.com/office/drawing/2014/main" id="{B9064181-9CF8-A648-BB2F-9D2827E7EAA6}"/>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568354" name="Text Box 34">
            <a:extLst>
              <a:ext uri="{FF2B5EF4-FFF2-40B4-BE49-F238E27FC236}">
                <a16:creationId xmlns:a16="http://schemas.microsoft.com/office/drawing/2014/main" id="{D602C11C-41B9-C492-7F2B-891AD4263EEF}"/>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568355" name="Text Box 35">
            <a:extLst>
              <a:ext uri="{FF2B5EF4-FFF2-40B4-BE49-F238E27FC236}">
                <a16:creationId xmlns:a16="http://schemas.microsoft.com/office/drawing/2014/main" id="{D107F41C-686A-2219-5B72-533163083024}"/>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568356" name="Text Box 36">
            <a:extLst>
              <a:ext uri="{FF2B5EF4-FFF2-40B4-BE49-F238E27FC236}">
                <a16:creationId xmlns:a16="http://schemas.microsoft.com/office/drawing/2014/main" id="{E1031972-41F5-EF86-8F20-806FE7295226}"/>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568357" name="Text Box 37">
            <a:extLst>
              <a:ext uri="{FF2B5EF4-FFF2-40B4-BE49-F238E27FC236}">
                <a16:creationId xmlns:a16="http://schemas.microsoft.com/office/drawing/2014/main" id="{84060E9A-B598-208E-3416-781BBE450143}"/>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568358" name="Text Box 38">
            <a:extLst>
              <a:ext uri="{FF2B5EF4-FFF2-40B4-BE49-F238E27FC236}">
                <a16:creationId xmlns:a16="http://schemas.microsoft.com/office/drawing/2014/main" id="{C48C3E48-768F-52A5-1EB7-9B006643FC50}"/>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68359" name="Text Box 39">
            <a:extLst>
              <a:ext uri="{FF2B5EF4-FFF2-40B4-BE49-F238E27FC236}">
                <a16:creationId xmlns:a16="http://schemas.microsoft.com/office/drawing/2014/main" id="{E8A96F0A-6DD5-A542-980B-4EEE6C69828D}"/>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568360" name="Text Box 40">
            <a:extLst>
              <a:ext uri="{FF2B5EF4-FFF2-40B4-BE49-F238E27FC236}">
                <a16:creationId xmlns:a16="http://schemas.microsoft.com/office/drawing/2014/main" id="{6819B771-485D-7255-E257-59E9DE724018}"/>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68362" name="Text Box 42">
            <a:extLst>
              <a:ext uri="{FF2B5EF4-FFF2-40B4-BE49-F238E27FC236}">
                <a16:creationId xmlns:a16="http://schemas.microsoft.com/office/drawing/2014/main" id="{FA1C9AA5-15E5-50F5-11A6-7E926961937E}"/>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( 14, 14, 16, 18, 19, 20, 23, 30, 44 )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A1732083-0DB4-D11D-31AB-7230FC90289D}"/>
              </a:ext>
            </a:extLst>
          </p:cNvPr>
          <p:cNvSpPr>
            <a:spLocks noGrp="1"/>
          </p:cNvSpPr>
          <p:nvPr>
            <p:ph type="sldNum" sz="quarter" idx="10"/>
          </p:nvPr>
        </p:nvSpPr>
        <p:spPr/>
        <p:txBody>
          <a:bodyPr/>
          <a:lstStyle/>
          <a:p>
            <a:fld id="{F920965A-7B4F-4E80-A2D6-4B689894D270}" type="slidenum">
              <a:rPr lang="en-US" altLang="en-US"/>
              <a:pPr/>
              <a:t>40</a:t>
            </a:fld>
            <a:endParaRPr lang="en-US" altLang="en-US" sz="1400"/>
          </a:p>
        </p:txBody>
      </p:sp>
      <p:sp>
        <p:nvSpPr>
          <p:cNvPr id="670722" name="Rectangle 2">
            <a:extLst>
              <a:ext uri="{FF2B5EF4-FFF2-40B4-BE49-F238E27FC236}">
                <a16:creationId xmlns:a16="http://schemas.microsoft.com/office/drawing/2014/main" id="{DED36091-4638-5659-F139-C55D23B61123}"/>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670723" name="Oval 3">
            <a:extLst>
              <a:ext uri="{FF2B5EF4-FFF2-40B4-BE49-F238E27FC236}">
                <a16:creationId xmlns:a16="http://schemas.microsoft.com/office/drawing/2014/main" id="{DD9D3007-754E-F4E0-3A96-667FD48F0D1C}"/>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670724" name="Oval 4">
            <a:extLst>
              <a:ext uri="{FF2B5EF4-FFF2-40B4-BE49-F238E27FC236}">
                <a16:creationId xmlns:a16="http://schemas.microsoft.com/office/drawing/2014/main" id="{E0676C12-EF8A-DB66-6C33-EB1BFB2FC8F1}"/>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670725" name="Oval 5">
            <a:extLst>
              <a:ext uri="{FF2B5EF4-FFF2-40B4-BE49-F238E27FC236}">
                <a16:creationId xmlns:a16="http://schemas.microsoft.com/office/drawing/2014/main" id="{98C6B0A7-2068-03D7-ED6C-334828C63F41}"/>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670726" name="Oval 6">
            <a:extLst>
              <a:ext uri="{FF2B5EF4-FFF2-40B4-BE49-F238E27FC236}">
                <a16:creationId xmlns:a16="http://schemas.microsoft.com/office/drawing/2014/main" id="{C99D734B-024C-3721-6331-B82D3FAD53CF}"/>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670727" name="Oval 7">
            <a:extLst>
              <a:ext uri="{FF2B5EF4-FFF2-40B4-BE49-F238E27FC236}">
                <a16:creationId xmlns:a16="http://schemas.microsoft.com/office/drawing/2014/main" id="{673578F3-0D6F-2C51-6098-FDD78E39A4DB}"/>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670728" name="Oval 8">
            <a:extLst>
              <a:ext uri="{FF2B5EF4-FFF2-40B4-BE49-F238E27FC236}">
                <a16:creationId xmlns:a16="http://schemas.microsoft.com/office/drawing/2014/main" id="{2BA75059-3BFE-97AF-ABAF-5F5624EB1248}"/>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670729" name="Oval 9">
            <a:extLst>
              <a:ext uri="{FF2B5EF4-FFF2-40B4-BE49-F238E27FC236}">
                <a16:creationId xmlns:a16="http://schemas.microsoft.com/office/drawing/2014/main" id="{56C4B251-FCAF-9D76-B6FA-E5771A7799CB}"/>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670730" name="Oval 10">
            <a:extLst>
              <a:ext uri="{FF2B5EF4-FFF2-40B4-BE49-F238E27FC236}">
                <a16:creationId xmlns:a16="http://schemas.microsoft.com/office/drawing/2014/main" id="{A68C8688-A231-B657-B1EA-1BA7C52EBF15}"/>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670731" name="AutoShape 11">
            <a:extLst>
              <a:ext uri="{FF2B5EF4-FFF2-40B4-BE49-F238E27FC236}">
                <a16:creationId xmlns:a16="http://schemas.microsoft.com/office/drawing/2014/main" id="{B3153CC6-AC02-50FF-F8B9-118273D6A9EE}"/>
              </a:ext>
            </a:extLst>
          </p:cNvPr>
          <p:cNvCxnSpPr>
            <a:cxnSpLocks noChangeShapeType="1"/>
            <a:stCxn id="670723" idx="7"/>
            <a:endCxn id="670726" idx="2"/>
          </p:cNvCxnSpPr>
          <p:nvPr/>
        </p:nvCxnSpPr>
        <p:spPr bwMode="auto">
          <a:xfrm flipV="1">
            <a:off x="2081213" y="3057526"/>
            <a:ext cx="1511300" cy="379413"/>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0732" name="AutoShape 12">
            <a:extLst>
              <a:ext uri="{FF2B5EF4-FFF2-40B4-BE49-F238E27FC236}">
                <a16:creationId xmlns:a16="http://schemas.microsoft.com/office/drawing/2014/main" id="{2262E692-0AF2-40D1-ABAE-6655CF870773}"/>
              </a:ext>
            </a:extLst>
          </p:cNvPr>
          <p:cNvCxnSpPr>
            <a:cxnSpLocks noChangeShapeType="1"/>
            <a:stCxn id="670723" idx="6"/>
            <a:endCxn id="670727" idx="1"/>
          </p:cNvCxnSpPr>
          <p:nvPr/>
        </p:nvCxnSpPr>
        <p:spPr bwMode="auto">
          <a:xfrm>
            <a:off x="2133600" y="3551239"/>
            <a:ext cx="2317750" cy="56197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0733" name="AutoShape 13">
            <a:extLst>
              <a:ext uri="{FF2B5EF4-FFF2-40B4-BE49-F238E27FC236}">
                <a16:creationId xmlns:a16="http://schemas.microsoft.com/office/drawing/2014/main" id="{3DB8B327-0E69-B6D2-1793-235285FD29DE}"/>
              </a:ext>
            </a:extLst>
          </p:cNvPr>
          <p:cNvCxnSpPr>
            <a:cxnSpLocks noChangeShapeType="1"/>
            <a:stCxn id="670723" idx="5"/>
            <a:endCxn id="670728"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0734" name="AutoShape 14">
            <a:extLst>
              <a:ext uri="{FF2B5EF4-FFF2-40B4-BE49-F238E27FC236}">
                <a16:creationId xmlns:a16="http://schemas.microsoft.com/office/drawing/2014/main" id="{CE991CD2-794A-3C38-A06C-600764BF3B02}"/>
              </a:ext>
            </a:extLst>
          </p:cNvPr>
          <p:cNvCxnSpPr>
            <a:cxnSpLocks noChangeShapeType="1"/>
            <a:stCxn id="670727" idx="7"/>
            <a:endCxn id="670724"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0735" name="AutoShape 15">
            <a:extLst>
              <a:ext uri="{FF2B5EF4-FFF2-40B4-BE49-F238E27FC236}">
                <a16:creationId xmlns:a16="http://schemas.microsoft.com/office/drawing/2014/main" id="{D2A793C4-E622-C132-AE60-5082284144E1}"/>
              </a:ext>
            </a:extLst>
          </p:cNvPr>
          <p:cNvCxnSpPr>
            <a:cxnSpLocks noChangeShapeType="1"/>
            <a:stCxn id="670729" idx="7"/>
            <a:endCxn id="670724"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0736" name="AutoShape 16">
            <a:extLst>
              <a:ext uri="{FF2B5EF4-FFF2-40B4-BE49-F238E27FC236}">
                <a16:creationId xmlns:a16="http://schemas.microsoft.com/office/drawing/2014/main" id="{AC08442F-BD49-CAC1-830A-E7B0C7954D35}"/>
              </a:ext>
            </a:extLst>
          </p:cNvPr>
          <p:cNvCxnSpPr>
            <a:cxnSpLocks noChangeShapeType="1"/>
            <a:stCxn id="670727" idx="5"/>
            <a:endCxn id="670730"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0737" name="AutoShape 17">
            <a:extLst>
              <a:ext uri="{FF2B5EF4-FFF2-40B4-BE49-F238E27FC236}">
                <a16:creationId xmlns:a16="http://schemas.microsoft.com/office/drawing/2014/main" id="{7C97E8BC-A847-D65C-3E19-A3FAF08B9EE5}"/>
              </a:ext>
            </a:extLst>
          </p:cNvPr>
          <p:cNvCxnSpPr>
            <a:cxnSpLocks noChangeShapeType="1"/>
            <a:stCxn id="670730" idx="5"/>
            <a:endCxn id="670725"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0738" name="AutoShape 18">
            <a:extLst>
              <a:ext uri="{FF2B5EF4-FFF2-40B4-BE49-F238E27FC236}">
                <a16:creationId xmlns:a16="http://schemas.microsoft.com/office/drawing/2014/main" id="{8F0DD63A-62F8-A4A1-9DDF-0AD7FDBC8D4D}"/>
              </a:ext>
            </a:extLst>
          </p:cNvPr>
          <p:cNvCxnSpPr>
            <a:cxnSpLocks noChangeShapeType="1"/>
            <a:stCxn id="670730" idx="6"/>
            <a:endCxn id="670729"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0739" name="AutoShape 19">
            <a:extLst>
              <a:ext uri="{FF2B5EF4-FFF2-40B4-BE49-F238E27FC236}">
                <a16:creationId xmlns:a16="http://schemas.microsoft.com/office/drawing/2014/main" id="{C0380445-6033-CE5A-8E70-43601C4ED52B}"/>
              </a:ext>
            </a:extLst>
          </p:cNvPr>
          <p:cNvCxnSpPr>
            <a:cxnSpLocks noChangeShapeType="1"/>
            <a:stCxn id="670729" idx="4"/>
            <a:endCxn id="670725" idx="1"/>
          </p:cNvCxnSpPr>
          <p:nvPr/>
        </p:nvCxnSpPr>
        <p:spPr bwMode="auto">
          <a:xfrm>
            <a:off x="8699501" y="4735514"/>
            <a:ext cx="1147763" cy="1208087"/>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0740" name="AutoShape 20">
            <a:extLst>
              <a:ext uri="{FF2B5EF4-FFF2-40B4-BE49-F238E27FC236}">
                <a16:creationId xmlns:a16="http://schemas.microsoft.com/office/drawing/2014/main" id="{697DBBDD-D86F-63D0-B442-115EAE172B75}"/>
              </a:ext>
            </a:extLst>
          </p:cNvPr>
          <p:cNvCxnSpPr>
            <a:cxnSpLocks noChangeShapeType="1"/>
            <a:stCxn id="670724" idx="3"/>
            <a:endCxn id="670730"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0741" name="AutoShape 21">
            <a:extLst>
              <a:ext uri="{FF2B5EF4-FFF2-40B4-BE49-F238E27FC236}">
                <a16:creationId xmlns:a16="http://schemas.microsoft.com/office/drawing/2014/main" id="{BEE68584-B04B-01B5-0CAC-4DF6200D92B1}"/>
              </a:ext>
            </a:extLst>
          </p:cNvPr>
          <p:cNvCxnSpPr>
            <a:cxnSpLocks noChangeShapeType="1"/>
            <a:stCxn id="670727" idx="4"/>
            <a:endCxn id="670728"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0742" name="AutoShape 22">
            <a:extLst>
              <a:ext uri="{FF2B5EF4-FFF2-40B4-BE49-F238E27FC236}">
                <a16:creationId xmlns:a16="http://schemas.microsoft.com/office/drawing/2014/main" id="{035383A7-3BA2-3BC9-9CA1-E52E8B719CE9}"/>
              </a:ext>
            </a:extLst>
          </p:cNvPr>
          <p:cNvCxnSpPr>
            <a:cxnSpLocks noChangeShapeType="1"/>
            <a:stCxn id="670728" idx="6"/>
            <a:endCxn id="670730"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0743" name="AutoShape 23">
            <a:extLst>
              <a:ext uri="{FF2B5EF4-FFF2-40B4-BE49-F238E27FC236}">
                <a16:creationId xmlns:a16="http://schemas.microsoft.com/office/drawing/2014/main" id="{BF0EECAB-1C35-C258-59D7-A2B7DC17EC99}"/>
              </a:ext>
            </a:extLst>
          </p:cNvPr>
          <p:cNvCxnSpPr>
            <a:cxnSpLocks noChangeShapeType="1"/>
            <a:stCxn id="670726" idx="6"/>
            <a:endCxn id="670724"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0744" name="AutoShape 24">
            <a:extLst>
              <a:ext uri="{FF2B5EF4-FFF2-40B4-BE49-F238E27FC236}">
                <a16:creationId xmlns:a16="http://schemas.microsoft.com/office/drawing/2014/main" id="{120AB00D-FEA1-2A4E-0F18-BFEA779F622F}"/>
              </a:ext>
            </a:extLst>
          </p:cNvPr>
          <p:cNvCxnSpPr>
            <a:cxnSpLocks noChangeShapeType="1"/>
            <a:stCxn id="670728" idx="6"/>
            <a:endCxn id="670725"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0745" name="AutoShape 25">
            <a:extLst>
              <a:ext uri="{FF2B5EF4-FFF2-40B4-BE49-F238E27FC236}">
                <a16:creationId xmlns:a16="http://schemas.microsoft.com/office/drawing/2014/main" id="{72DA3429-DE75-4055-ADEC-7C9EB2D95F0F}"/>
              </a:ext>
            </a:extLst>
          </p:cNvPr>
          <p:cNvCxnSpPr>
            <a:cxnSpLocks noChangeShapeType="1"/>
            <a:stCxn id="670724" idx="5"/>
            <a:endCxn id="670725"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70746" name="Text Box 26">
            <a:extLst>
              <a:ext uri="{FF2B5EF4-FFF2-40B4-BE49-F238E27FC236}">
                <a16:creationId xmlns:a16="http://schemas.microsoft.com/office/drawing/2014/main" id="{986005FC-5264-6AAB-A322-58E762FAF45D}"/>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670747" name="Text Box 27">
            <a:extLst>
              <a:ext uri="{FF2B5EF4-FFF2-40B4-BE49-F238E27FC236}">
                <a16:creationId xmlns:a16="http://schemas.microsoft.com/office/drawing/2014/main" id="{B97AC297-0E17-2F50-9E13-EA0F1FB32865}"/>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670748" name="Text Box 28">
            <a:extLst>
              <a:ext uri="{FF2B5EF4-FFF2-40B4-BE49-F238E27FC236}">
                <a16:creationId xmlns:a16="http://schemas.microsoft.com/office/drawing/2014/main" id="{3AE776B7-226A-0052-F00C-65EA8D4EF9A5}"/>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670749" name="Text Box 29">
            <a:extLst>
              <a:ext uri="{FF2B5EF4-FFF2-40B4-BE49-F238E27FC236}">
                <a16:creationId xmlns:a16="http://schemas.microsoft.com/office/drawing/2014/main" id="{11B7CE15-B8DE-4B57-67FB-5E7E2DF315D8}"/>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670750" name="Text Box 30">
            <a:extLst>
              <a:ext uri="{FF2B5EF4-FFF2-40B4-BE49-F238E27FC236}">
                <a16:creationId xmlns:a16="http://schemas.microsoft.com/office/drawing/2014/main" id="{0230E9DC-7145-6C6D-883F-86783C7F71E5}"/>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670751" name="Text Box 31">
            <a:extLst>
              <a:ext uri="{FF2B5EF4-FFF2-40B4-BE49-F238E27FC236}">
                <a16:creationId xmlns:a16="http://schemas.microsoft.com/office/drawing/2014/main" id="{FDE62892-EEEA-1435-BADF-6BF749F8612B}"/>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670752" name="Text Box 32">
            <a:extLst>
              <a:ext uri="{FF2B5EF4-FFF2-40B4-BE49-F238E27FC236}">
                <a16:creationId xmlns:a16="http://schemas.microsoft.com/office/drawing/2014/main" id="{8C0146FD-150A-88AC-F8FA-3ADCF68F18D8}"/>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670753" name="Text Box 33">
            <a:extLst>
              <a:ext uri="{FF2B5EF4-FFF2-40B4-BE49-F238E27FC236}">
                <a16:creationId xmlns:a16="http://schemas.microsoft.com/office/drawing/2014/main" id="{002C6DEB-B672-68E1-3D66-D6A9AB0EFB48}"/>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670754" name="Text Box 34">
            <a:extLst>
              <a:ext uri="{FF2B5EF4-FFF2-40B4-BE49-F238E27FC236}">
                <a16:creationId xmlns:a16="http://schemas.microsoft.com/office/drawing/2014/main" id="{A51C61AA-E6DF-C9BD-EAA6-5CB9D7039277}"/>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670755" name="Text Box 35">
            <a:extLst>
              <a:ext uri="{FF2B5EF4-FFF2-40B4-BE49-F238E27FC236}">
                <a16:creationId xmlns:a16="http://schemas.microsoft.com/office/drawing/2014/main" id="{56DC3164-380E-0836-2004-7F9C690DC7F1}"/>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670756" name="Text Box 36">
            <a:extLst>
              <a:ext uri="{FF2B5EF4-FFF2-40B4-BE49-F238E27FC236}">
                <a16:creationId xmlns:a16="http://schemas.microsoft.com/office/drawing/2014/main" id="{EA4F0080-B8A8-BDC6-1B76-D42E0E26B9E0}"/>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670757" name="Text Box 37">
            <a:extLst>
              <a:ext uri="{FF2B5EF4-FFF2-40B4-BE49-F238E27FC236}">
                <a16:creationId xmlns:a16="http://schemas.microsoft.com/office/drawing/2014/main" id="{36FE0150-B3C8-FD23-4BE8-82893807016E}"/>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670758" name="Text Box 38">
            <a:extLst>
              <a:ext uri="{FF2B5EF4-FFF2-40B4-BE49-F238E27FC236}">
                <a16:creationId xmlns:a16="http://schemas.microsoft.com/office/drawing/2014/main" id="{B9D4AC7F-6574-BCB5-8828-8D37F62058CD}"/>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70759" name="Text Box 39">
            <a:extLst>
              <a:ext uri="{FF2B5EF4-FFF2-40B4-BE49-F238E27FC236}">
                <a16:creationId xmlns:a16="http://schemas.microsoft.com/office/drawing/2014/main" id="{802F443A-F7B0-F899-34F7-71A9E5ECB5A1}"/>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670760" name="Text Box 40">
            <a:extLst>
              <a:ext uri="{FF2B5EF4-FFF2-40B4-BE49-F238E27FC236}">
                <a16:creationId xmlns:a16="http://schemas.microsoft.com/office/drawing/2014/main" id="{927D92F2-E7C8-CA09-B6F3-CB060BBFF799}"/>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70761" name="Text Box 41">
            <a:extLst>
              <a:ext uri="{FF2B5EF4-FFF2-40B4-BE49-F238E27FC236}">
                <a16:creationId xmlns:a16="http://schemas.microsoft.com/office/drawing/2014/main" id="{553FF9C1-FB02-9276-1D97-22C1C9DD970D}"/>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( 14, 14, 16, 18, 19, 20, 23, 30, 44 )</a:t>
            </a:r>
          </a:p>
        </p:txBody>
      </p:sp>
      <p:sp>
        <p:nvSpPr>
          <p:cNvPr id="670763" name="Text Box 43">
            <a:extLst>
              <a:ext uri="{FF2B5EF4-FFF2-40B4-BE49-F238E27FC236}">
                <a16:creationId xmlns:a16="http://schemas.microsoft.com/office/drawing/2014/main" id="{34A9A52F-86DF-C3B8-8E22-5E198F6EFBA7}"/>
              </a:ext>
            </a:extLst>
          </p:cNvPr>
          <p:cNvSpPr txBox="1">
            <a:spLocks noChangeArrowheads="1"/>
          </p:cNvSpPr>
          <p:nvPr/>
        </p:nvSpPr>
        <p:spPr bwMode="auto">
          <a:xfrm>
            <a:off x="4038600" y="3200400"/>
            <a:ext cx="12779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p>
            <a:r>
              <a:rPr lang="en-US" altLang="en-US" sz="1600">
                <a:solidFill>
                  <a:schemeClr val="accent1"/>
                </a:solidFill>
              </a:rPr>
              <a:t>PQdelmin()</a:t>
            </a:r>
            <a:endParaRPr lang="en-US" altLang="en-US"/>
          </a:p>
        </p:txBody>
      </p:sp>
      <p:sp>
        <p:nvSpPr>
          <p:cNvPr id="670764" name="AutoShape 44">
            <a:extLst>
              <a:ext uri="{FF2B5EF4-FFF2-40B4-BE49-F238E27FC236}">
                <a16:creationId xmlns:a16="http://schemas.microsoft.com/office/drawing/2014/main" id="{98153730-C048-DF7C-DF3D-3C62C210BF6B}"/>
              </a:ext>
            </a:extLst>
          </p:cNvPr>
          <p:cNvSpPr>
            <a:spLocks noChangeArrowheads="1"/>
          </p:cNvSpPr>
          <p:nvPr/>
        </p:nvSpPr>
        <p:spPr bwMode="auto">
          <a:xfrm rot="2763898">
            <a:off x="3727451" y="3511551"/>
            <a:ext cx="174625" cy="314325"/>
          </a:xfrm>
          <a:prstGeom prst="downArrow">
            <a:avLst>
              <a:gd name="adj1" fmla="val 50000"/>
              <a:gd name="adj2" fmla="val 45000"/>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7F62E7F6-DB09-93D8-8E56-BA5C903DD1C0}"/>
              </a:ext>
            </a:extLst>
          </p:cNvPr>
          <p:cNvSpPr>
            <a:spLocks noGrp="1"/>
          </p:cNvSpPr>
          <p:nvPr>
            <p:ph type="sldNum" sz="quarter" idx="10"/>
          </p:nvPr>
        </p:nvSpPr>
        <p:spPr/>
        <p:txBody>
          <a:bodyPr/>
          <a:lstStyle/>
          <a:p>
            <a:fld id="{A7F6D6EB-A380-41C4-B33F-402437A72DF4}" type="slidenum">
              <a:rPr lang="en-US" altLang="en-US"/>
              <a:pPr/>
              <a:t>41</a:t>
            </a:fld>
            <a:endParaRPr lang="en-US" altLang="en-US" sz="1400"/>
          </a:p>
        </p:txBody>
      </p:sp>
      <p:sp>
        <p:nvSpPr>
          <p:cNvPr id="569346" name="Rectangle 2">
            <a:extLst>
              <a:ext uri="{FF2B5EF4-FFF2-40B4-BE49-F238E27FC236}">
                <a16:creationId xmlns:a16="http://schemas.microsoft.com/office/drawing/2014/main" id="{28AB7879-F64C-6A60-8329-8E1D9FA0BF73}"/>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569347" name="Oval 3">
            <a:extLst>
              <a:ext uri="{FF2B5EF4-FFF2-40B4-BE49-F238E27FC236}">
                <a16:creationId xmlns:a16="http://schemas.microsoft.com/office/drawing/2014/main" id="{A8D0E3FF-94CB-D8AD-CF01-9AB47B1C858E}"/>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569348" name="Oval 4">
            <a:extLst>
              <a:ext uri="{FF2B5EF4-FFF2-40B4-BE49-F238E27FC236}">
                <a16:creationId xmlns:a16="http://schemas.microsoft.com/office/drawing/2014/main" id="{854BD290-0289-7293-9E30-1BC0D7EF3799}"/>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569349" name="Oval 5">
            <a:extLst>
              <a:ext uri="{FF2B5EF4-FFF2-40B4-BE49-F238E27FC236}">
                <a16:creationId xmlns:a16="http://schemas.microsoft.com/office/drawing/2014/main" id="{43841378-EC8D-5D79-033D-AC78978C5489}"/>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569350" name="Oval 6">
            <a:extLst>
              <a:ext uri="{FF2B5EF4-FFF2-40B4-BE49-F238E27FC236}">
                <a16:creationId xmlns:a16="http://schemas.microsoft.com/office/drawing/2014/main" id="{BF961CB8-5524-33D3-0DF1-BBC59FE43F76}"/>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569351" name="Oval 7">
            <a:extLst>
              <a:ext uri="{FF2B5EF4-FFF2-40B4-BE49-F238E27FC236}">
                <a16:creationId xmlns:a16="http://schemas.microsoft.com/office/drawing/2014/main" id="{096682E3-AF0D-9123-A713-2CEDD5A05096}"/>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569352" name="Oval 8">
            <a:extLst>
              <a:ext uri="{FF2B5EF4-FFF2-40B4-BE49-F238E27FC236}">
                <a16:creationId xmlns:a16="http://schemas.microsoft.com/office/drawing/2014/main" id="{3BF9B87C-7C33-EB94-E5FC-47E5478E9526}"/>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569353" name="Oval 9">
            <a:extLst>
              <a:ext uri="{FF2B5EF4-FFF2-40B4-BE49-F238E27FC236}">
                <a16:creationId xmlns:a16="http://schemas.microsoft.com/office/drawing/2014/main" id="{15D7E398-C5A7-31F4-317A-58199C097F91}"/>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569354" name="Oval 10">
            <a:extLst>
              <a:ext uri="{FF2B5EF4-FFF2-40B4-BE49-F238E27FC236}">
                <a16:creationId xmlns:a16="http://schemas.microsoft.com/office/drawing/2014/main" id="{E5925D7E-6D83-474A-5C89-43C6B6C72E80}"/>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569355" name="AutoShape 11">
            <a:extLst>
              <a:ext uri="{FF2B5EF4-FFF2-40B4-BE49-F238E27FC236}">
                <a16:creationId xmlns:a16="http://schemas.microsoft.com/office/drawing/2014/main" id="{C50C7DE0-D7EB-A6B1-F1E3-81AC0D20C190}"/>
              </a:ext>
            </a:extLst>
          </p:cNvPr>
          <p:cNvCxnSpPr>
            <a:cxnSpLocks noChangeShapeType="1"/>
            <a:stCxn id="569347" idx="7"/>
            <a:endCxn id="569350" idx="2"/>
          </p:cNvCxnSpPr>
          <p:nvPr/>
        </p:nvCxnSpPr>
        <p:spPr bwMode="auto">
          <a:xfrm flipV="1">
            <a:off x="2081213" y="3057526"/>
            <a:ext cx="1511300" cy="379413"/>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9356" name="AutoShape 12">
            <a:extLst>
              <a:ext uri="{FF2B5EF4-FFF2-40B4-BE49-F238E27FC236}">
                <a16:creationId xmlns:a16="http://schemas.microsoft.com/office/drawing/2014/main" id="{0DF3F2ED-DEDB-173E-972D-D2F35615B1E2}"/>
              </a:ext>
            </a:extLst>
          </p:cNvPr>
          <p:cNvCxnSpPr>
            <a:cxnSpLocks noChangeShapeType="1"/>
            <a:stCxn id="569347" idx="6"/>
            <a:endCxn id="569351" idx="1"/>
          </p:cNvCxnSpPr>
          <p:nvPr/>
        </p:nvCxnSpPr>
        <p:spPr bwMode="auto">
          <a:xfrm>
            <a:off x="2133600" y="3551239"/>
            <a:ext cx="2317750" cy="561975"/>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9357" name="AutoShape 13">
            <a:extLst>
              <a:ext uri="{FF2B5EF4-FFF2-40B4-BE49-F238E27FC236}">
                <a16:creationId xmlns:a16="http://schemas.microsoft.com/office/drawing/2014/main" id="{68D6921B-7661-F65B-92EA-D9A28D902F74}"/>
              </a:ext>
            </a:extLst>
          </p:cNvPr>
          <p:cNvCxnSpPr>
            <a:cxnSpLocks noChangeShapeType="1"/>
            <a:stCxn id="569347" idx="5"/>
            <a:endCxn id="569352"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9358" name="AutoShape 14">
            <a:extLst>
              <a:ext uri="{FF2B5EF4-FFF2-40B4-BE49-F238E27FC236}">
                <a16:creationId xmlns:a16="http://schemas.microsoft.com/office/drawing/2014/main" id="{229848B0-840A-7632-D44F-E3920480FDE1}"/>
              </a:ext>
            </a:extLst>
          </p:cNvPr>
          <p:cNvCxnSpPr>
            <a:cxnSpLocks noChangeShapeType="1"/>
            <a:stCxn id="569351" idx="7"/>
            <a:endCxn id="569348"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9359" name="AutoShape 15">
            <a:extLst>
              <a:ext uri="{FF2B5EF4-FFF2-40B4-BE49-F238E27FC236}">
                <a16:creationId xmlns:a16="http://schemas.microsoft.com/office/drawing/2014/main" id="{E8E20AE5-E121-45D2-6D28-05431E01838E}"/>
              </a:ext>
            </a:extLst>
          </p:cNvPr>
          <p:cNvCxnSpPr>
            <a:cxnSpLocks noChangeShapeType="1"/>
            <a:stCxn id="569353" idx="7"/>
            <a:endCxn id="569348"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9360" name="AutoShape 16">
            <a:extLst>
              <a:ext uri="{FF2B5EF4-FFF2-40B4-BE49-F238E27FC236}">
                <a16:creationId xmlns:a16="http://schemas.microsoft.com/office/drawing/2014/main" id="{4358CC28-4134-1206-B86B-0DE55F4BE038}"/>
              </a:ext>
            </a:extLst>
          </p:cNvPr>
          <p:cNvCxnSpPr>
            <a:cxnSpLocks noChangeShapeType="1"/>
            <a:stCxn id="569351" idx="5"/>
            <a:endCxn id="569354"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9361" name="AutoShape 17">
            <a:extLst>
              <a:ext uri="{FF2B5EF4-FFF2-40B4-BE49-F238E27FC236}">
                <a16:creationId xmlns:a16="http://schemas.microsoft.com/office/drawing/2014/main" id="{6F6BB5CA-6A5D-4D83-E899-65F0CB7C727A}"/>
              </a:ext>
            </a:extLst>
          </p:cNvPr>
          <p:cNvCxnSpPr>
            <a:cxnSpLocks noChangeShapeType="1"/>
            <a:stCxn id="569354" idx="5"/>
            <a:endCxn id="569349"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9362" name="AutoShape 18">
            <a:extLst>
              <a:ext uri="{FF2B5EF4-FFF2-40B4-BE49-F238E27FC236}">
                <a16:creationId xmlns:a16="http://schemas.microsoft.com/office/drawing/2014/main" id="{4395ED89-740A-244B-3C26-901BE0CC80C0}"/>
              </a:ext>
            </a:extLst>
          </p:cNvPr>
          <p:cNvCxnSpPr>
            <a:cxnSpLocks noChangeShapeType="1"/>
            <a:stCxn id="569354" idx="6"/>
            <a:endCxn id="569353"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9363" name="AutoShape 19">
            <a:extLst>
              <a:ext uri="{FF2B5EF4-FFF2-40B4-BE49-F238E27FC236}">
                <a16:creationId xmlns:a16="http://schemas.microsoft.com/office/drawing/2014/main" id="{C892C365-F7D6-7458-7F0B-6DB919E9D213}"/>
              </a:ext>
            </a:extLst>
          </p:cNvPr>
          <p:cNvCxnSpPr>
            <a:cxnSpLocks noChangeShapeType="1"/>
            <a:stCxn id="569353" idx="4"/>
            <a:endCxn id="569349" idx="1"/>
          </p:cNvCxnSpPr>
          <p:nvPr/>
        </p:nvCxnSpPr>
        <p:spPr bwMode="auto">
          <a:xfrm>
            <a:off x="8699501" y="4735514"/>
            <a:ext cx="1147763" cy="1208087"/>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9364" name="AutoShape 20">
            <a:extLst>
              <a:ext uri="{FF2B5EF4-FFF2-40B4-BE49-F238E27FC236}">
                <a16:creationId xmlns:a16="http://schemas.microsoft.com/office/drawing/2014/main" id="{844593CB-C7B7-BC91-3777-0056016355D1}"/>
              </a:ext>
            </a:extLst>
          </p:cNvPr>
          <p:cNvCxnSpPr>
            <a:cxnSpLocks noChangeShapeType="1"/>
            <a:stCxn id="569348" idx="3"/>
            <a:endCxn id="569354"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9365" name="AutoShape 21">
            <a:extLst>
              <a:ext uri="{FF2B5EF4-FFF2-40B4-BE49-F238E27FC236}">
                <a16:creationId xmlns:a16="http://schemas.microsoft.com/office/drawing/2014/main" id="{2AF610E6-D7D6-4AB7-1E58-51FCF4578132}"/>
              </a:ext>
            </a:extLst>
          </p:cNvPr>
          <p:cNvCxnSpPr>
            <a:cxnSpLocks noChangeShapeType="1"/>
            <a:stCxn id="569351" idx="4"/>
            <a:endCxn id="569352"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9366" name="AutoShape 22">
            <a:extLst>
              <a:ext uri="{FF2B5EF4-FFF2-40B4-BE49-F238E27FC236}">
                <a16:creationId xmlns:a16="http://schemas.microsoft.com/office/drawing/2014/main" id="{D26408D6-3B2D-E1B0-325C-8D0A35D295CA}"/>
              </a:ext>
            </a:extLst>
          </p:cNvPr>
          <p:cNvCxnSpPr>
            <a:cxnSpLocks noChangeShapeType="1"/>
            <a:stCxn id="569352" idx="6"/>
            <a:endCxn id="569354"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9367" name="AutoShape 23">
            <a:extLst>
              <a:ext uri="{FF2B5EF4-FFF2-40B4-BE49-F238E27FC236}">
                <a16:creationId xmlns:a16="http://schemas.microsoft.com/office/drawing/2014/main" id="{0345A83D-141B-5663-343A-40626AD1F770}"/>
              </a:ext>
            </a:extLst>
          </p:cNvPr>
          <p:cNvCxnSpPr>
            <a:cxnSpLocks noChangeShapeType="1"/>
            <a:stCxn id="569350" idx="6"/>
            <a:endCxn id="569348"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9368" name="AutoShape 24">
            <a:extLst>
              <a:ext uri="{FF2B5EF4-FFF2-40B4-BE49-F238E27FC236}">
                <a16:creationId xmlns:a16="http://schemas.microsoft.com/office/drawing/2014/main" id="{204A372A-B26B-C5F2-0F1F-C8F94222012F}"/>
              </a:ext>
            </a:extLst>
          </p:cNvPr>
          <p:cNvCxnSpPr>
            <a:cxnSpLocks noChangeShapeType="1"/>
            <a:stCxn id="569352" idx="6"/>
            <a:endCxn id="569349"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9369" name="AutoShape 25">
            <a:extLst>
              <a:ext uri="{FF2B5EF4-FFF2-40B4-BE49-F238E27FC236}">
                <a16:creationId xmlns:a16="http://schemas.microsoft.com/office/drawing/2014/main" id="{21D8B134-A62C-B3B7-BA72-5082DB68F08D}"/>
              </a:ext>
            </a:extLst>
          </p:cNvPr>
          <p:cNvCxnSpPr>
            <a:cxnSpLocks noChangeShapeType="1"/>
            <a:stCxn id="569348" idx="5"/>
            <a:endCxn id="569349"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69370" name="Text Box 26">
            <a:extLst>
              <a:ext uri="{FF2B5EF4-FFF2-40B4-BE49-F238E27FC236}">
                <a16:creationId xmlns:a16="http://schemas.microsoft.com/office/drawing/2014/main" id="{3952747F-707A-41C4-5610-FA5837DED793}"/>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569371" name="Text Box 27">
            <a:extLst>
              <a:ext uri="{FF2B5EF4-FFF2-40B4-BE49-F238E27FC236}">
                <a16:creationId xmlns:a16="http://schemas.microsoft.com/office/drawing/2014/main" id="{F2B27B32-7D27-D8BD-F49B-830BBD04ABA6}"/>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569372" name="Text Box 28">
            <a:extLst>
              <a:ext uri="{FF2B5EF4-FFF2-40B4-BE49-F238E27FC236}">
                <a16:creationId xmlns:a16="http://schemas.microsoft.com/office/drawing/2014/main" id="{6308E588-F2BC-F2B9-1AB7-8A8961151955}"/>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569373" name="Text Box 29">
            <a:extLst>
              <a:ext uri="{FF2B5EF4-FFF2-40B4-BE49-F238E27FC236}">
                <a16:creationId xmlns:a16="http://schemas.microsoft.com/office/drawing/2014/main" id="{6E41194E-5CAE-DFE5-BBE3-10D903BB1A7C}"/>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569374" name="Text Box 30">
            <a:extLst>
              <a:ext uri="{FF2B5EF4-FFF2-40B4-BE49-F238E27FC236}">
                <a16:creationId xmlns:a16="http://schemas.microsoft.com/office/drawing/2014/main" id="{61A91E14-9E09-1A8E-AA73-88D349D25498}"/>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569375" name="Text Box 31">
            <a:extLst>
              <a:ext uri="{FF2B5EF4-FFF2-40B4-BE49-F238E27FC236}">
                <a16:creationId xmlns:a16="http://schemas.microsoft.com/office/drawing/2014/main" id="{CDA7730C-A365-BD14-4995-B9BB7CA12F57}"/>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569376" name="Text Box 32">
            <a:extLst>
              <a:ext uri="{FF2B5EF4-FFF2-40B4-BE49-F238E27FC236}">
                <a16:creationId xmlns:a16="http://schemas.microsoft.com/office/drawing/2014/main" id="{E5D54EF4-DA30-641A-7944-B3DC2DBD6677}"/>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569377" name="Text Box 33">
            <a:extLst>
              <a:ext uri="{FF2B5EF4-FFF2-40B4-BE49-F238E27FC236}">
                <a16:creationId xmlns:a16="http://schemas.microsoft.com/office/drawing/2014/main" id="{F91C5E11-6208-EA3A-091F-3764D39373C7}"/>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569378" name="Text Box 34">
            <a:extLst>
              <a:ext uri="{FF2B5EF4-FFF2-40B4-BE49-F238E27FC236}">
                <a16:creationId xmlns:a16="http://schemas.microsoft.com/office/drawing/2014/main" id="{3EE8A928-EC0C-EAF9-6450-B27E683A86A7}"/>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569379" name="Text Box 35">
            <a:extLst>
              <a:ext uri="{FF2B5EF4-FFF2-40B4-BE49-F238E27FC236}">
                <a16:creationId xmlns:a16="http://schemas.microsoft.com/office/drawing/2014/main" id="{D70E76AE-A5B9-2342-ABD1-621872D16A23}"/>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569380" name="Text Box 36">
            <a:extLst>
              <a:ext uri="{FF2B5EF4-FFF2-40B4-BE49-F238E27FC236}">
                <a16:creationId xmlns:a16="http://schemas.microsoft.com/office/drawing/2014/main" id="{B4D2182A-3279-3C78-FFBF-532C499DAD0C}"/>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569381" name="Text Box 37">
            <a:extLst>
              <a:ext uri="{FF2B5EF4-FFF2-40B4-BE49-F238E27FC236}">
                <a16:creationId xmlns:a16="http://schemas.microsoft.com/office/drawing/2014/main" id="{EFFC26A3-3DA9-A87F-0914-48365B6F6275}"/>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569382" name="Text Box 38">
            <a:extLst>
              <a:ext uri="{FF2B5EF4-FFF2-40B4-BE49-F238E27FC236}">
                <a16:creationId xmlns:a16="http://schemas.microsoft.com/office/drawing/2014/main" id="{8B26D759-B680-2CDD-AA78-C5CFEDA07231}"/>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69383" name="Text Box 39">
            <a:extLst>
              <a:ext uri="{FF2B5EF4-FFF2-40B4-BE49-F238E27FC236}">
                <a16:creationId xmlns:a16="http://schemas.microsoft.com/office/drawing/2014/main" id="{247F895B-19D7-5C33-98C7-86708C37229F}"/>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569384" name="Text Box 40">
            <a:extLst>
              <a:ext uri="{FF2B5EF4-FFF2-40B4-BE49-F238E27FC236}">
                <a16:creationId xmlns:a16="http://schemas.microsoft.com/office/drawing/2014/main" id="{DE14B7B0-8D89-EF3B-CB8F-DACFADF5997F}"/>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69386" name="Text Box 42">
            <a:extLst>
              <a:ext uri="{FF2B5EF4-FFF2-40B4-BE49-F238E27FC236}">
                <a16:creationId xmlns:a16="http://schemas.microsoft.com/office/drawing/2014/main" id="{D97B3BA6-8FF4-5A0F-66F0-4BA7BC17C389}"/>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( 14, 16, 18, 19, 20, 23, 30, 44 )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AEA8E5D9-42B1-354A-64BB-5B29D8A382F0}"/>
              </a:ext>
            </a:extLst>
          </p:cNvPr>
          <p:cNvSpPr>
            <a:spLocks noGrp="1"/>
          </p:cNvSpPr>
          <p:nvPr>
            <p:ph type="sldNum" sz="quarter" idx="10"/>
          </p:nvPr>
        </p:nvSpPr>
        <p:spPr/>
        <p:txBody>
          <a:bodyPr/>
          <a:lstStyle/>
          <a:p>
            <a:fld id="{EE80B3A1-9ED1-4C2A-832F-5DBE8B8BA27A}" type="slidenum">
              <a:rPr lang="en-US" altLang="en-US"/>
              <a:pPr/>
              <a:t>42</a:t>
            </a:fld>
            <a:endParaRPr lang="en-US" altLang="en-US" sz="1400"/>
          </a:p>
        </p:txBody>
      </p:sp>
      <p:sp>
        <p:nvSpPr>
          <p:cNvPr id="671746" name="Rectangle 2">
            <a:extLst>
              <a:ext uri="{FF2B5EF4-FFF2-40B4-BE49-F238E27FC236}">
                <a16:creationId xmlns:a16="http://schemas.microsoft.com/office/drawing/2014/main" id="{833D7896-EFA9-F172-5BC5-7014BADA6AA0}"/>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671747" name="Oval 3">
            <a:extLst>
              <a:ext uri="{FF2B5EF4-FFF2-40B4-BE49-F238E27FC236}">
                <a16:creationId xmlns:a16="http://schemas.microsoft.com/office/drawing/2014/main" id="{C46A630C-C130-AD26-C19C-90A4AB96C867}"/>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671748" name="Oval 4">
            <a:extLst>
              <a:ext uri="{FF2B5EF4-FFF2-40B4-BE49-F238E27FC236}">
                <a16:creationId xmlns:a16="http://schemas.microsoft.com/office/drawing/2014/main" id="{5259E0B8-A5EA-CA14-5642-5C913A03AC26}"/>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671749" name="Oval 5">
            <a:extLst>
              <a:ext uri="{FF2B5EF4-FFF2-40B4-BE49-F238E27FC236}">
                <a16:creationId xmlns:a16="http://schemas.microsoft.com/office/drawing/2014/main" id="{21CE4CD1-A00C-DB39-16F5-CFD72DF8CF05}"/>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671750" name="Oval 6">
            <a:extLst>
              <a:ext uri="{FF2B5EF4-FFF2-40B4-BE49-F238E27FC236}">
                <a16:creationId xmlns:a16="http://schemas.microsoft.com/office/drawing/2014/main" id="{EB3931F7-1150-1D8F-5755-5F57425FEDD5}"/>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671751" name="Oval 7">
            <a:extLst>
              <a:ext uri="{FF2B5EF4-FFF2-40B4-BE49-F238E27FC236}">
                <a16:creationId xmlns:a16="http://schemas.microsoft.com/office/drawing/2014/main" id="{5B05F2B2-FCC6-4049-38D1-6291211EB729}"/>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671752" name="Oval 8">
            <a:extLst>
              <a:ext uri="{FF2B5EF4-FFF2-40B4-BE49-F238E27FC236}">
                <a16:creationId xmlns:a16="http://schemas.microsoft.com/office/drawing/2014/main" id="{B2FD30CF-ACED-4617-5E68-DE57E34F20CA}"/>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671753" name="Oval 9">
            <a:extLst>
              <a:ext uri="{FF2B5EF4-FFF2-40B4-BE49-F238E27FC236}">
                <a16:creationId xmlns:a16="http://schemas.microsoft.com/office/drawing/2014/main" id="{B6935CA6-C61C-FF82-60A2-BF1BF5A416CB}"/>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671754" name="Oval 10">
            <a:extLst>
              <a:ext uri="{FF2B5EF4-FFF2-40B4-BE49-F238E27FC236}">
                <a16:creationId xmlns:a16="http://schemas.microsoft.com/office/drawing/2014/main" id="{83A01ED8-0D6A-3126-4EB9-B74F3C5EF220}"/>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671755" name="AutoShape 11">
            <a:extLst>
              <a:ext uri="{FF2B5EF4-FFF2-40B4-BE49-F238E27FC236}">
                <a16:creationId xmlns:a16="http://schemas.microsoft.com/office/drawing/2014/main" id="{BBEF4182-0823-8688-DA6B-5139AAA2C096}"/>
              </a:ext>
            </a:extLst>
          </p:cNvPr>
          <p:cNvCxnSpPr>
            <a:cxnSpLocks noChangeShapeType="1"/>
            <a:stCxn id="671747" idx="7"/>
            <a:endCxn id="671750" idx="2"/>
          </p:cNvCxnSpPr>
          <p:nvPr/>
        </p:nvCxnSpPr>
        <p:spPr bwMode="auto">
          <a:xfrm flipV="1">
            <a:off x="2081213" y="3057526"/>
            <a:ext cx="1511300" cy="379413"/>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1756" name="AutoShape 12">
            <a:extLst>
              <a:ext uri="{FF2B5EF4-FFF2-40B4-BE49-F238E27FC236}">
                <a16:creationId xmlns:a16="http://schemas.microsoft.com/office/drawing/2014/main" id="{BF243A70-46DE-28FB-FAE2-C30CE8900FB8}"/>
              </a:ext>
            </a:extLst>
          </p:cNvPr>
          <p:cNvCxnSpPr>
            <a:cxnSpLocks noChangeShapeType="1"/>
            <a:stCxn id="671747" idx="6"/>
            <a:endCxn id="671751" idx="1"/>
          </p:cNvCxnSpPr>
          <p:nvPr/>
        </p:nvCxnSpPr>
        <p:spPr bwMode="auto">
          <a:xfrm>
            <a:off x="2133600" y="3551239"/>
            <a:ext cx="2317750" cy="561975"/>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1757" name="AutoShape 13">
            <a:extLst>
              <a:ext uri="{FF2B5EF4-FFF2-40B4-BE49-F238E27FC236}">
                <a16:creationId xmlns:a16="http://schemas.microsoft.com/office/drawing/2014/main" id="{242DDCCA-D123-3737-AA03-3615F9359945}"/>
              </a:ext>
            </a:extLst>
          </p:cNvPr>
          <p:cNvCxnSpPr>
            <a:cxnSpLocks noChangeShapeType="1"/>
            <a:stCxn id="671747" idx="5"/>
            <a:endCxn id="671752"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1758" name="AutoShape 14">
            <a:extLst>
              <a:ext uri="{FF2B5EF4-FFF2-40B4-BE49-F238E27FC236}">
                <a16:creationId xmlns:a16="http://schemas.microsoft.com/office/drawing/2014/main" id="{C0FA160E-6CC5-A4B4-CB04-E071F1769BA8}"/>
              </a:ext>
            </a:extLst>
          </p:cNvPr>
          <p:cNvCxnSpPr>
            <a:cxnSpLocks noChangeShapeType="1"/>
            <a:stCxn id="671751" idx="7"/>
            <a:endCxn id="671748"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1759" name="AutoShape 15">
            <a:extLst>
              <a:ext uri="{FF2B5EF4-FFF2-40B4-BE49-F238E27FC236}">
                <a16:creationId xmlns:a16="http://schemas.microsoft.com/office/drawing/2014/main" id="{B0B25C6B-AE0D-22A1-6F7B-F3D597747151}"/>
              </a:ext>
            </a:extLst>
          </p:cNvPr>
          <p:cNvCxnSpPr>
            <a:cxnSpLocks noChangeShapeType="1"/>
            <a:stCxn id="671753" idx="7"/>
            <a:endCxn id="671748"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1760" name="AutoShape 16">
            <a:extLst>
              <a:ext uri="{FF2B5EF4-FFF2-40B4-BE49-F238E27FC236}">
                <a16:creationId xmlns:a16="http://schemas.microsoft.com/office/drawing/2014/main" id="{C5122A79-CFFA-2BEF-407E-2A8FBB0F729E}"/>
              </a:ext>
            </a:extLst>
          </p:cNvPr>
          <p:cNvCxnSpPr>
            <a:cxnSpLocks noChangeShapeType="1"/>
            <a:stCxn id="671751" idx="5"/>
            <a:endCxn id="671754"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1761" name="AutoShape 17">
            <a:extLst>
              <a:ext uri="{FF2B5EF4-FFF2-40B4-BE49-F238E27FC236}">
                <a16:creationId xmlns:a16="http://schemas.microsoft.com/office/drawing/2014/main" id="{7EC1F962-663C-BB2B-12F9-150514B08797}"/>
              </a:ext>
            </a:extLst>
          </p:cNvPr>
          <p:cNvCxnSpPr>
            <a:cxnSpLocks noChangeShapeType="1"/>
            <a:stCxn id="671754" idx="5"/>
            <a:endCxn id="671749"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1762" name="AutoShape 18">
            <a:extLst>
              <a:ext uri="{FF2B5EF4-FFF2-40B4-BE49-F238E27FC236}">
                <a16:creationId xmlns:a16="http://schemas.microsoft.com/office/drawing/2014/main" id="{3763E834-C229-A8A6-1FA7-E0F2F744D259}"/>
              </a:ext>
            </a:extLst>
          </p:cNvPr>
          <p:cNvCxnSpPr>
            <a:cxnSpLocks noChangeShapeType="1"/>
            <a:stCxn id="671754" idx="6"/>
            <a:endCxn id="671753"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1763" name="AutoShape 19">
            <a:extLst>
              <a:ext uri="{FF2B5EF4-FFF2-40B4-BE49-F238E27FC236}">
                <a16:creationId xmlns:a16="http://schemas.microsoft.com/office/drawing/2014/main" id="{A0AD8545-CF3E-2A4B-E4C5-B25DC5F3EE72}"/>
              </a:ext>
            </a:extLst>
          </p:cNvPr>
          <p:cNvCxnSpPr>
            <a:cxnSpLocks noChangeShapeType="1"/>
            <a:stCxn id="671753" idx="4"/>
            <a:endCxn id="671749" idx="1"/>
          </p:cNvCxnSpPr>
          <p:nvPr/>
        </p:nvCxnSpPr>
        <p:spPr bwMode="auto">
          <a:xfrm>
            <a:off x="8699501" y="4735514"/>
            <a:ext cx="1147763" cy="1208087"/>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1764" name="AutoShape 20">
            <a:extLst>
              <a:ext uri="{FF2B5EF4-FFF2-40B4-BE49-F238E27FC236}">
                <a16:creationId xmlns:a16="http://schemas.microsoft.com/office/drawing/2014/main" id="{D88EA491-C8C7-1CA2-B1A0-2D834F8DA37C}"/>
              </a:ext>
            </a:extLst>
          </p:cNvPr>
          <p:cNvCxnSpPr>
            <a:cxnSpLocks noChangeShapeType="1"/>
            <a:stCxn id="671748" idx="3"/>
            <a:endCxn id="671754"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1765" name="AutoShape 21">
            <a:extLst>
              <a:ext uri="{FF2B5EF4-FFF2-40B4-BE49-F238E27FC236}">
                <a16:creationId xmlns:a16="http://schemas.microsoft.com/office/drawing/2014/main" id="{21369F07-4595-26E2-5DD0-CDBD3B41CCEC}"/>
              </a:ext>
            </a:extLst>
          </p:cNvPr>
          <p:cNvCxnSpPr>
            <a:cxnSpLocks noChangeShapeType="1"/>
            <a:stCxn id="671751" idx="4"/>
            <a:endCxn id="671752"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1766" name="AutoShape 22">
            <a:extLst>
              <a:ext uri="{FF2B5EF4-FFF2-40B4-BE49-F238E27FC236}">
                <a16:creationId xmlns:a16="http://schemas.microsoft.com/office/drawing/2014/main" id="{83AE2EF5-343C-92D1-8BBB-71C3B004633E}"/>
              </a:ext>
            </a:extLst>
          </p:cNvPr>
          <p:cNvCxnSpPr>
            <a:cxnSpLocks noChangeShapeType="1"/>
            <a:stCxn id="671752" idx="6"/>
            <a:endCxn id="671754"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1767" name="AutoShape 23">
            <a:extLst>
              <a:ext uri="{FF2B5EF4-FFF2-40B4-BE49-F238E27FC236}">
                <a16:creationId xmlns:a16="http://schemas.microsoft.com/office/drawing/2014/main" id="{9E3DCFBF-B5EB-9132-2306-2AD56E6D714A}"/>
              </a:ext>
            </a:extLst>
          </p:cNvPr>
          <p:cNvCxnSpPr>
            <a:cxnSpLocks noChangeShapeType="1"/>
            <a:stCxn id="671750" idx="6"/>
            <a:endCxn id="671748"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1768" name="AutoShape 24">
            <a:extLst>
              <a:ext uri="{FF2B5EF4-FFF2-40B4-BE49-F238E27FC236}">
                <a16:creationId xmlns:a16="http://schemas.microsoft.com/office/drawing/2014/main" id="{53543DB1-6546-EB9E-7EB9-7A5A256B99E3}"/>
              </a:ext>
            </a:extLst>
          </p:cNvPr>
          <p:cNvCxnSpPr>
            <a:cxnSpLocks noChangeShapeType="1"/>
            <a:stCxn id="671752" idx="6"/>
            <a:endCxn id="671749"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1769" name="AutoShape 25">
            <a:extLst>
              <a:ext uri="{FF2B5EF4-FFF2-40B4-BE49-F238E27FC236}">
                <a16:creationId xmlns:a16="http://schemas.microsoft.com/office/drawing/2014/main" id="{91B62314-2D03-3047-5866-7E7461100A19}"/>
              </a:ext>
            </a:extLst>
          </p:cNvPr>
          <p:cNvCxnSpPr>
            <a:cxnSpLocks noChangeShapeType="1"/>
            <a:stCxn id="671748" idx="5"/>
            <a:endCxn id="671749"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71770" name="Text Box 26">
            <a:extLst>
              <a:ext uri="{FF2B5EF4-FFF2-40B4-BE49-F238E27FC236}">
                <a16:creationId xmlns:a16="http://schemas.microsoft.com/office/drawing/2014/main" id="{A8B7089A-C799-DA81-57E6-857218B1EA84}"/>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671771" name="Text Box 27">
            <a:extLst>
              <a:ext uri="{FF2B5EF4-FFF2-40B4-BE49-F238E27FC236}">
                <a16:creationId xmlns:a16="http://schemas.microsoft.com/office/drawing/2014/main" id="{660FA0BB-FCA5-FCD2-CF67-A8D4BE35C61B}"/>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671772" name="Text Box 28">
            <a:extLst>
              <a:ext uri="{FF2B5EF4-FFF2-40B4-BE49-F238E27FC236}">
                <a16:creationId xmlns:a16="http://schemas.microsoft.com/office/drawing/2014/main" id="{E1EB2F91-8ED2-C537-8919-040560245CAE}"/>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671773" name="Text Box 29">
            <a:extLst>
              <a:ext uri="{FF2B5EF4-FFF2-40B4-BE49-F238E27FC236}">
                <a16:creationId xmlns:a16="http://schemas.microsoft.com/office/drawing/2014/main" id="{0E2954DF-60B8-B13B-C3A4-AAD0DEA8CA40}"/>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671774" name="Text Box 30">
            <a:extLst>
              <a:ext uri="{FF2B5EF4-FFF2-40B4-BE49-F238E27FC236}">
                <a16:creationId xmlns:a16="http://schemas.microsoft.com/office/drawing/2014/main" id="{406FCA28-137D-630C-AE65-6E4FF5068C6B}"/>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671775" name="Text Box 31">
            <a:extLst>
              <a:ext uri="{FF2B5EF4-FFF2-40B4-BE49-F238E27FC236}">
                <a16:creationId xmlns:a16="http://schemas.microsoft.com/office/drawing/2014/main" id="{2875782F-C1FF-8264-0775-350EE3037E65}"/>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671776" name="Text Box 32">
            <a:extLst>
              <a:ext uri="{FF2B5EF4-FFF2-40B4-BE49-F238E27FC236}">
                <a16:creationId xmlns:a16="http://schemas.microsoft.com/office/drawing/2014/main" id="{247D8D61-5123-EC9F-DFF7-487F0D91E197}"/>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671777" name="Text Box 33">
            <a:extLst>
              <a:ext uri="{FF2B5EF4-FFF2-40B4-BE49-F238E27FC236}">
                <a16:creationId xmlns:a16="http://schemas.microsoft.com/office/drawing/2014/main" id="{69363EF2-73E9-08ED-6CA9-F4A5CE9BC174}"/>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671778" name="Text Box 34">
            <a:extLst>
              <a:ext uri="{FF2B5EF4-FFF2-40B4-BE49-F238E27FC236}">
                <a16:creationId xmlns:a16="http://schemas.microsoft.com/office/drawing/2014/main" id="{2B07B18A-CAAD-138A-253E-36426D5D1FB3}"/>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671779" name="Text Box 35">
            <a:extLst>
              <a:ext uri="{FF2B5EF4-FFF2-40B4-BE49-F238E27FC236}">
                <a16:creationId xmlns:a16="http://schemas.microsoft.com/office/drawing/2014/main" id="{9E2CFF90-0943-4A27-5489-C9F24DCC2725}"/>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671780" name="Text Box 36">
            <a:extLst>
              <a:ext uri="{FF2B5EF4-FFF2-40B4-BE49-F238E27FC236}">
                <a16:creationId xmlns:a16="http://schemas.microsoft.com/office/drawing/2014/main" id="{162F8EB3-66C7-9208-AEB6-7C9881119169}"/>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671781" name="Text Box 37">
            <a:extLst>
              <a:ext uri="{FF2B5EF4-FFF2-40B4-BE49-F238E27FC236}">
                <a16:creationId xmlns:a16="http://schemas.microsoft.com/office/drawing/2014/main" id="{CCC894B2-1FF8-B29B-0BD5-4D3783679133}"/>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671782" name="Text Box 38">
            <a:extLst>
              <a:ext uri="{FF2B5EF4-FFF2-40B4-BE49-F238E27FC236}">
                <a16:creationId xmlns:a16="http://schemas.microsoft.com/office/drawing/2014/main" id="{F2F6319A-D4D2-694C-A549-7DBA2D9CB635}"/>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71783" name="Text Box 39">
            <a:extLst>
              <a:ext uri="{FF2B5EF4-FFF2-40B4-BE49-F238E27FC236}">
                <a16:creationId xmlns:a16="http://schemas.microsoft.com/office/drawing/2014/main" id="{FBA0C852-599F-4361-A767-FA12D9D46340}"/>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671784" name="Text Box 40">
            <a:extLst>
              <a:ext uri="{FF2B5EF4-FFF2-40B4-BE49-F238E27FC236}">
                <a16:creationId xmlns:a16="http://schemas.microsoft.com/office/drawing/2014/main" id="{A90FACFA-512D-5C61-30B7-6C799D087E36}"/>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71785" name="Text Box 41">
            <a:extLst>
              <a:ext uri="{FF2B5EF4-FFF2-40B4-BE49-F238E27FC236}">
                <a16:creationId xmlns:a16="http://schemas.microsoft.com/office/drawing/2014/main" id="{BE3D0D88-E2A9-FD5E-C688-2C6F46682762}"/>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( 14, 16, 18, 19, 20, 23, 30, 44 )</a:t>
            </a:r>
          </a:p>
        </p:txBody>
      </p:sp>
      <p:sp>
        <p:nvSpPr>
          <p:cNvPr id="671787" name="Text Box 43">
            <a:extLst>
              <a:ext uri="{FF2B5EF4-FFF2-40B4-BE49-F238E27FC236}">
                <a16:creationId xmlns:a16="http://schemas.microsoft.com/office/drawing/2014/main" id="{43E914E6-BAB0-6351-9F96-275AF1523AD6}"/>
              </a:ext>
            </a:extLst>
          </p:cNvPr>
          <p:cNvSpPr txBox="1">
            <a:spLocks noChangeArrowheads="1"/>
          </p:cNvSpPr>
          <p:nvPr/>
        </p:nvSpPr>
        <p:spPr bwMode="auto">
          <a:xfrm>
            <a:off x="1752600" y="5486400"/>
            <a:ext cx="12779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p>
            <a:r>
              <a:rPr lang="en-US" altLang="en-US" sz="1600">
                <a:solidFill>
                  <a:schemeClr val="accent1"/>
                </a:solidFill>
              </a:rPr>
              <a:t>PQdelmin()</a:t>
            </a:r>
            <a:endParaRPr lang="en-US" altLang="en-US"/>
          </a:p>
        </p:txBody>
      </p:sp>
      <p:sp>
        <p:nvSpPr>
          <p:cNvPr id="671788" name="AutoShape 44">
            <a:extLst>
              <a:ext uri="{FF2B5EF4-FFF2-40B4-BE49-F238E27FC236}">
                <a16:creationId xmlns:a16="http://schemas.microsoft.com/office/drawing/2014/main" id="{62C03335-95C6-6465-2A38-61821A61A3E7}"/>
              </a:ext>
            </a:extLst>
          </p:cNvPr>
          <p:cNvSpPr>
            <a:spLocks noChangeArrowheads="1"/>
          </p:cNvSpPr>
          <p:nvPr/>
        </p:nvSpPr>
        <p:spPr bwMode="auto">
          <a:xfrm rot="13495833">
            <a:off x="2667001" y="5029201"/>
            <a:ext cx="174625" cy="314325"/>
          </a:xfrm>
          <a:prstGeom prst="downArrow">
            <a:avLst>
              <a:gd name="adj1" fmla="val 50000"/>
              <a:gd name="adj2" fmla="val 45000"/>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31DBA286-C12D-1433-7681-9C9317A8DA34}"/>
              </a:ext>
            </a:extLst>
          </p:cNvPr>
          <p:cNvSpPr>
            <a:spLocks noGrp="1"/>
          </p:cNvSpPr>
          <p:nvPr>
            <p:ph type="sldNum" sz="quarter" idx="10"/>
          </p:nvPr>
        </p:nvSpPr>
        <p:spPr/>
        <p:txBody>
          <a:bodyPr/>
          <a:lstStyle/>
          <a:p>
            <a:fld id="{3ADA1571-37C6-495F-9B93-0A59A0055587}" type="slidenum">
              <a:rPr lang="en-US" altLang="en-US"/>
              <a:pPr/>
              <a:t>43</a:t>
            </a:fld>
            <a:endParaRPr lang="en-US" altLang="en-US" sz="1400"/>
          </a:p>
        </p:txBody>
      </p:sp>
      <p:sp>
        <p:nvSpPr>
          <p:cNvPr id="570370" name="Rectangle 2">
            <a:extLst>
              <a:ext uri="{FF2B5EF4-FFF2-40B4-BE49-F238E27FC236}">
                <a16:creationId xmlns:a16="http://schemas.microsoft.com/office/drawing/2014/main" id="{01F7349D-4132-B723-41B1-C001F34BFD2D}"/>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570371" name="Oval 3">
            <a:extLst>
              <a:ext uri="{FF2B5EF4-FFF2-40B4-BE49-F238E27FC236}">
                <a16:creationId xmlns:a16="http://schemas.microsoft.com/office/drawing/2014/main" id="{ED85852E-F284-9634-EF67-5C1389C35B0E}"/>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570372" name="Oval 4">
            <a:extLst>
              <a:ext uri="{FF2B5EF4-FFF2-40B4-BE49-F238E27FC236}">
                <a16:creationId xmlns:a16="http://schemas.microsoft.com/office/drawing/2014/main" id="{0EA43272-41D8-EF34-424B-6D3FCDF3C65D}"/>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570373" name="Oval 5">
            <a:extLst>
              <a:ext uri="{FF2B5EF4-FFF2-40B4-BE49-F238E27FC236}">
                <a16:creationId xmlns:a16="http://schemas.microsoft.com/office/drawing/2014/main" id="{980C0B8B-199F-ABED-E404-22660DA1E108}"/>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570374" name="Oval 6">
            <a:extLst>
              <a:ext uri="{FF2B5EF4-FFF2-40B4-BE49-F238E27FC236}">
                <a16:creationId xmlns:a16="http://schemas.microsoft.com/office/drawing/2014/main" id="{9D1B7667-9698-CB42-4616-D1CE4A6963C4}"/>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570375" name="Oval 7">
            <a:extLst>
              <a:ext uri="{FF2B5EF4-FFF2-40B4-BE49-F238E27FC236}">
                <a16:creationId xmlns:a16="http://schemas.microsoft.com/office/drawing/2014/main" id="{0DEDBDE7-ABA2-6358-E3C1-79B58D059A80}"/>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570376" name="Oval 8">
            <a:extLst>
              <a:ext uri="{FF2B5EF4-FFF2-40B4-BE49-F238E27FC236}">
                <a16:creationId xmlns:a16="http://schemas.microsoft.com/office/drawing/2014/main" id="{912A87A1-8916-BA9D-1CC7-CFC31F358803}"/>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570377" name="Oval 9">
            <a:extLst>
              <a:ext uri="{FF2B5EF4-FFF2-40B4-BE49-F238E27FC236}">
                <a16:creationId xmlns:a16="http://schemas.microsoft.com/office/drawing/2014/main" id="{92F28632-1E46-F54E-FDB2-B6365EBD77CD}"/>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570378" name="Oval 10">
            <a:extLst>
              <a:ext uri="{FF2B5EF4-FFF2-40B4-BE49-F238E27FC236}">
                <a16:creationId xmlns:a16="http://schemas.microsoft.com/office/drawing/2014/main" id="{FDCE7978-9E6E-DD29-F885-7889D62D33F4}"/>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570379" name="AutoShape 11">
            <a:extLst>
              <a:ext uri="{FF2B5EF4-FFF2-40B4-BE49-F238E27FC236}">
                <a16:creationId xmlns:a16="http://schemas.microsoft.com/office/drawing/2014/main" id="{836FF282-E452-E8DB-7AC4-AA24189AFB93}"/>
              </a:ext>
            </a:extLst>
          </p:cNvPr>
          <p:cNvCxnSpPr>
            <a:cxnSpLocks noChangeShapeType="1"/>
            <a:stCxn id="570371" idx="7"/>
            <a:endCxn id="570374" idx="2"/>
          </p:cNvCxnSpPr>
          <p:nvPr/>
        </p:nvCxnSpPr>
        <p:spPr bwMode="auto">
          <a:xfrm flipV="1">
            <a:off x="2081213" y="3057526"/>
            <a:ext cx="1511300" cy="379413"/>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0380" name="AutoShape 12">
            <a:extLst>
              <a:ext uri="{FF2B5EF4-FFF2-40B4-BE49-F238E27FC236}">
                <a16:creationId xmlns:a16="http://schemas.microsoft.com/office/drawing/2014/main" id="{04DAAE1E-09BC-E7B5-A057-0B729EEF0C76}"/>
              </a:ext>
            </a:extLst>
          </p:cNvPr>
          <p:cNvCxnSpPr>
            <a:cxnSpLocks noChangeShapeType="1"/>
            <a:stCxn id="570371" idx="6"/>
            <a:endCxn id="570375" idx="1"/>
          </p:cNvCxnSpPr>
          <p:nvPr/>
        </p:nvCxnSpPr>
        <p:spPr bwMode="auto">
          <a:xfrm>
            <a:off x="2133600" y="3551239"/>
            <a:ext cx="2317750" cy="561975"/>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0381" name="AutoShape 13">
            <a:extLst>
              <a:ext uri="{FF2B5EF4-FFF2-40B4-BE49-F238E27FC236}">
                <a16:creationId xmlns:a16="http://schemas.microsoft.com/office/drawing/2014/main" id="{32C81EEE-BE15-A0B0-D15F-A1F28B9AD595}"/>
              </a:ext>
            </a:extLst>
          </p:cNvPr>
          <p:cNvCxnSpPr>
            <a:cxnSpLocks noChangeShapeType="1"/>
            <a:stCxn id="570371" idx="5"/>
            <a:endCxn id="570376" idx="0"/>
          </p:cNvCxnSpPr>
          <p:nvPr/>
        </p:nvCxnSpPr>
        <p:spPr bwMode="auto">
          <a:xfrm>
            <a:off x="2081213" y="3665539"/>
            <a:ext cx="1731962" cy="2346325"/>
          </a:xfrm>
          <a:prstGeom prst="straightConnector1">
            <a:avLst/>
          </a:prstGeom>
          <a:noFill/>
          <a:ln w="762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0382" name="AutoShape 14">
            <a:extLst>
              <a:ext uri="{FF2B5EF4-FFF2-40B4-BE49-F238E27FC236}">
                <a16:creationId xmlns:a16="http://schemas.microsoft.com/office/drawing/2014/main" id="{EF9AB32D-C3A7-1E6B-6556-60D5D638F4FD}"/>
              </a:ext>
            </a:extLst>
          </p:cNvPr>
          <p:cNvCxnSpPr>
            <a:cxnSpLocks noChangeShapeType="1"/>
            <a:stCxn id="570375" idx="7"/>
            <a:endCxn id="570372"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0383" name="AutoShape 15">
            <a:extLst>
              <a:ext uri="{FF2B5EF4-FFF2-40B4-BE49-F238E27FC236}">
                <a16:creationId xmlns:a16="http://schemas.microsoft.com/office/drawing/2014/main" id="{979E55D8-8306-B664-D244-64EFE025FE26}"/>
              </a:ext>
            </a:extLst>
          </p:cNvPr>
          <p:cNvCxnSpPr>
            <a:cxnSpLocks noChangeShapeType="1"/>
            <a:stCxn id="570377" idx="7"/>
            <a:endCxn id="570372"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0384" name="AutoShape 16">
            <a:extLst>
              <a:ext uri="{FF2B5EF4-FFF2-40B4-BE49-F238E27FC236}">
                <a16:creationId xmlns:a16="http://schemas.microsoft.com/office/drawing/2014/main" id="{E58C8890-1117-0E68-A11A-6962AC7D6E7A}"/>
              </a:ext>
            </a:extLst>
          </p:cNvPr>
          <p:cNvCxnSpPr>
            <a:cxnSpLocks noChangeShapeType="1"/>
            <a:stCxn id="570375" idx="5"/>
            <a:endCxn id="570378"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0385" name="AutoShape 17">
            <a:extLst>
              <a:ext uri="{FF2B5EF4-FFF2-40B4-BE49-F238E27FC236}">
                <a16:creationId xmlns:a16="http://schemas.microsoft.com/office/drawing/2014/main" id="{2A48438A-5E2E-1131-985E-99DAFBA15D7E}"/>
              </a:ext>
            </a:extLst>
          </p:cNvPr>
          <p:cNvCxnSpPr>
            <a:cxnSpLocks noChangeShapeType="1"/>
            <a:stCxn id="570378" idx="5"/>
            <a:endCxn id="570373"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0386" name="AutoShape 18">
            <a:extLst>
              <a:ext uri="{FF2B5EF4-FFF2-40B4-BE49-F238E27FC236}">
                <a16:creationId xmlns:a16="http://schemas.microsoft.com/office/drawing/2014/main" id="{B3E683B4-BFD1-240C-2489-64299A9521C3}"/>
              </a:ext>
            </a:extLst>
          </p:cNvPr>
          <p:cNvCxnSpPr>
            <a:cxnSpLocks noChangeShapeType="1"/>
            <a:stCxn id="570378" idx="6"/>
            <a:endCxn id="570377"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0387" name="AutoShape 19">
            <a:extLst>
              <a:ext uri="{FF2B5EF4-FFF2-40B4-BE49-F238E27FC236}">
                <a16:creationId xmlns:a16="http://schemas.microsoft.com/office/drawing/2014/main" id="{85F2F591-2465-581E-119F-6DD29CD2AC11}"/>
              </a:ext>
            </a:extLst>
          </p:cNvPr>
          <p:cNvCxnSpPr>
            <a:cxnSpLocks noChangeShapeType="1"/>
            <a:stCxn id="570377" idx="4"/>
            <a:endCxn id="570373" idx="1"/>
          </p:cNvCxnSpPr>
          <p:nvPr/>
        </p:nvCxnSpPr>
        <p:spPr bwMode="auto">
          <a:xfrm>
            <a:off x="8699501" y="4735514"/>
            <a:ext cx="1147763" cy="1208087"/>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0388" name="AutoShape 20">
            <a:extLst>
              <a:ext uri="{FF2B5EF4-FFF2-40B4-BE49-F238E27FC236}">
                <a16:creationId xmlns:a16="http://schemas.microsoft.com/office/drawing/2014/main" id="{3531FDD0-1CF0-D7DB-295D-A66EF3898EB2}"/>
              </a:ext>
            </a:extLst>
          </p:cNvPr>
          <p:cNvCxnSpPr>
            <a:cxnSpLocks noChangeShapeType="1"/>
            <a:stCxn id="570372" idx="3"/>
            <a:endCxn id="570378"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0389" name="AutoShape 21">
            <a:extLst>
              <a:ext uri="{FF2B5EF4-FFF2-40B4-BE49-F238E27FC236}">
                <a16:creationId xmlns:a16="http://schemas.microsoft.com/office/drawing/2014/main" id="{9BB88CDD-DCFB-7510-2BD9-B7645D5353F0}"/>
              </a:ext>
            </a:extLst>
          </p:cNvPr>
          <p:cNvCxnSpPr>
            <a:cxnSpLocks noChangeShapeType="1"/>
            <a:stCxn id="570375" idx="4"/>
            <a:endCxn id="570376"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0390" name="AutoShape 22">
            <a:extLst>
              <a:ext uri="{FF2B5EF4-FFF2-40B4-BE49-F238E27FC236}">
                <a16:creationId xmlns:a16="http://schemas.microsoft.com/office/drawing/2014/main" id="{D71936AF-736B-FB54-5541-589221FE949B}"/>
              </a:ext>
            </a:extLst>
          </p:cNvPr>
          <p:cNvCxnSpPr>
            <a:cxnSpLocks noChangeShapeType="1"/>
            <a:stCxn id="570376" idx="6"/>
            <a:endCxn id="570378"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0391" name="AutoShape 23">
            <a:extLst>
              <a:ext uri="{FF2B5EF4-FFF2-40B4-BE49-F238E27FC236}">
                <a16:creationId xmlns:a16="http://schemas.microsoft.com/office/drawing/2014/main" id="{DDD59B8E-005D-A79D-BC15-422125C30134}"/>
              </a:ext>
            </a:extLst>
          </p:cNvPr>
          <p:cNvCxnSpPr>
            <a:cxnSpLocks noChangeShapeType="1"/>
            <a:stCxn id="570374" idx="6"/>
            <a:endCxn id="570372"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0392" name="AutoShape 24">
            <a:extLst>
              <a:ext uri="{FF2B5EF4-FFF2-40B4-BE49-F238E27FC236}">
                <a16:creationId xmlns:a16="http://schemas.microsoft.com/office/drawing/2014/main" id="{12605A8C-5E9B-C308-7578-B6AADA03F97A}"/>
              </a:ext>
            </a:extLst>
          </p:cNvPr>
          <p:cNvCxnSpPr>
            <a:cxnSpLocks noChangeShapeType="1"/>
            <a:stCxn id="570376" idx="6"/>
            <a:endCxn id="570373"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0393" name="AutoShape 25">
            <a:extLst>
              <a:ext uri="{FF2B5EF4-FFF2-40B4-BE49-F238E27FC236}">
                <a16:creationId xmlns:a16="http://schemas.microsoft.com/office/drawing/2014/main" id="{EA1C5FA0-BF00-812B-65A9-CFA04C2704CA}"/>
              </a:ext>
            </a:extLst>
          </p:cNvPr>
          <p:cNvCxnSpPr>
            <a:cxnSpLocks noChangeShapeType="1"/>
            <a:stCxn id="570372" idx="5"/>
            <a:endCxn id="570373"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70394" name="Text Box 26">
            <a:extLst>
              <a:ext uri="{FF2B5EF4-FFF2-40B4-BE49-F238E27FC236}">
                <a16:creationId xmlns:a16="http://schemas.microsoft.com/office/drawing/2014/main" id="{2CD8521D-5C7F-5891-30F7-8341151E0BAB}"/>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570395" name="Text Box 27">
            <a:extLst>
              <a:ext uri="{FF2B5EF4-FFF2-40B4-BE49-F238E27FC236}">
                <a16:creationId xmlns:a16="http://schemas.microsoft.com/office/drawing/2014/main" id="{59F22181-66F4-9D21-84F4-9240676CA9DE}"/>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570396" name="Text Box 28">
            <a:extLst>
              <a:ext uri="{FF2B5EF4-FFF2-40B4-BE49-F238E27FC236}">
                <a16:creationId xmlns:a16="http://schemas.microsoft.com/office/drawing/2014/main" id="{2B6D3469-4119-8B36-2115-4C079851872A}"/>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570397" name="Text Box 29">
            <a:extLst>
              <a:ext uri="{FF2B5EF4-FFF2-40B4-BE49-F238E27FC236}">
                <a16:creationId xmlns:a16="http://schemas.microsoft.com/office/drawing/2014/main" id="{E0B1105A-235C-5148-5E1A-9EB9C9E5B65E}"/>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570398" name="Text Box 30">
            <a:extLst>
              <a:ext uri="{FF2B5EF4-FFF2-40B4-BE49-F238E27FC236}">
                <a16:creationId xmlns:a16="http://schemas.microsoft.com/office/drawing/2014/main" id="{731E49A6-5A80-BB57-7EE0-BDE0BE707BE5}"/>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570399" name="Text Box 31">
            <a:extLst>
              <a:ext uri="{FF2B5EF4-FFF2-40B4-BE49-F238E27FC236}">
                <a16:creationId xmlns:a16="http://schemas.microsoft.com/office/drawing/2014/main" id="{1961C8F2-4DC9-88C9-5894-4D1245512268}"/>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570400" name="Text Box 32">
            <a:extLst>
              <a:ext uri="{FF2B5EF4-FFF2-40B4-BE49-F238E27FC236}">
                <a16:creationId xmlns:a16="http://schemas.microsoft.com/office/drawing/2014/main" id="{CF858B50-D11E-4B0A-7D52-969C994B4C17}"/>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570401" name="Text Box 33">
            <a:extLst>
              <a:ext uri="{FF2B5EF4-FFF2-40B4-BE49-F238E27FC236}">
                <a16:creationId xmlns:a16="http://schemas.microsoft.com/office/drawing/2014/main" id="{E6FA89FF-2315-CB25-ED41-3D2809656B1B}"/>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570402" name="Text Box 34">
            <a:extLst>
              <a:ext uri="{FF2B5EF4-FFF2-40B4-BE49-F238E27FC236}">
                <a16:creationId xmlns:a16="http://schemas.microsoft.com/office/drawing/2014/main" id="{A9AEE184-C8B2-D516-E6DB-5325BFD4D158}"/>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570403" name="Text Box 35">
            <a:extLst>
              <a:ext uri="{FF2B5EF4-FFF2-40B4-BE49-F238E27FC236}">
                <a16:creationId xmlns:a16="http://schemas.microsoft.com/office/drawing/2014/main" id="{05F026B8-10DB-46FB-E5F1-C2E4BC53528B}"/>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570404" name="Text Box 36">
            <a:extLst>
              <a:ext uri="{FF2B5EF4-FFF2-40B4-BE49-F238E27FC236}">
                <a16:creationId xmlns:a16="http://schemas.microsoft.com/office/drawing/2014/main" id="{4B63C269-621B-4FA7-80F3-FAA6DEAEE795}"/>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570405" name="Text Box 37">
            <a:extLst>
              <a:ext uri="{FF2B5EF4-FFF2-40B4-BE49-F238E27FC236}">
                <a16:creationId xmlns:a16="http://schemas.microsoft.com/office/drawing/2014/main" id="{D784FAB9-905D-DAFA-869F-F1DF742674DB}"/>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570406" name="Text Box 38">
            <a:extLst>
              <a:ext uri="{FF2B5EF4-FFF2-40B4-BE49-F238E27FC236}">
                <a16:creationId xmlns:a16="http://schemas.microsoft.com/office/drawing/2014/main" id="{C731D729-1E8C-FD29-A508-53A0CEE8F65C}"/>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70407" name="Text Box 39">
            <a:extLst>
              <a:ext uri="{FF2B5EF4-FFF2-40B4-BE49-F238E27FC236}">
                <a16:creationId xmlns:a16="http://schemas.microsoft.com/office/drawing/2014/main" id="{B9183566-437D-A79F-0765-8ACB86139BCD}"/>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570408" name="Text Box 40">
            <a:extLst>
              <a:ext uri="{FF2B5EF4-FFF2-40B4-BE49-F238E27FC236}">
                <a16:creationId xmlns:a16="http://schemas.microsoft.com/office/drawing/2014/main" id="{7A146AC1-F810-0397-1489-9F756E53F47B}"/>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70410" name="Text Box 42">
            <a:extLst>
              <a:ext uri="{FF2B5EF4-FFF2-40B4-BE49-F238E27FC236}">
                <a16:creationId xmlns:a16="http://schemas.microsoft.com/office/drawing/2014/main" id="{9689ED12-B333-56E7-7D94-AB7187A6C190}"/>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( 16, 18, 19, 20, 23, 30, 44 )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C6B2844F-0C5C-1C72-8976-A7418609A30D}"/>
              </a:ext>
            </a:extLst>
          </p:cNvPr>
          <p:cNvSpPr>
            <a:spLocks noGrp="1"/>
          </p:cNvSpPr>
          <p:nvPr>
            <p:ph type="sldNum" sz="quarter" idx="10"/>
          </p:nvPr>
        </p:nvSpPr>
        <p:spPr/>
        <p:txBody>
          <a:bodyPr/>
          <a:lstStyle/>
          <a:p>
            <a:fld id="{E59A30F4-9974-4675-9C70-A37131A6C83E}" type="slidenum">
              <a:rPr lang="en-US" altLang="en-US"/>
              <a:pPr/>
              <a:t>44</a:t>
            </a:fld>
            <a:endParaRPr lang="en-US" altLang="en-US" sz="1400"/>
          </a:p>
        </p:txBody>
      </p:sp>
      <p:sp>
        <p:nvSpPr>
          <p:cNvPr id="571394" name="Rectangle 2">
            <a:extLst>
              <a:ext uri="{FF2B5EF4-FFF2-40B4-BE49-F238E27FC236}">
                <a16:creationId xmlns:a16="http://schemas.microsoft.com/office/drawing/2014/main" id="{6D64DA57-CEF8-C23C-40E9-655FF1979FF0}"/>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571395" name="Oval 3">
            <a:extLst>
              <a:ext uri="{FF2B5EF4-FFF2-40B4-BE49-F238E27FC236}">
                <a16:creationId xmlns:a16="http://schemas.microsoft.com/office/drawing/2014/main" id="{18A45D7C-E304-51AC-2285-D240DC2724A5}"/>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571396" name="Oval 4">
            <a:extLst>
              <a:ext uri="{FF2B5EF4-FFF2-40B4-BE49-F238E27FC236}">
                <a16:creationId xmlns:a16="http://schemas.microsoft.com/office/drawing/2014/main" id="{5727CFA4-57D0-2625-9BF7-3BA3E86BEF8F}"/>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571397" name="Oval 5">
            <a:extLst>
              <a:ext uri="{FF2B5EF4-FFF2-40B4-BE49-F238E27FC236}">
                <a16:creationId xmlns:a16="http://schemas.microsoft.com/office/drawing/2014/main" id="{B5D33FAD-364C-98CA-2A32-E9EE5B8FB6F6}"/>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571398" name="Oval 6">
            <a:extLst>
              <a:ext uri="{FF2B5EF4-FFF2-40B4-BE49-F238E27FC236}">
                <a16:creationId xmlns:a16="http://schemas.microsoft.com/office/drawing/2014/main" id="{2479626B-A97B-F46C-D088-326E2FF44F7C}"/>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571399" name="Oval 7">
            <a:extLst>
              <a:ext uri="{FF2B5EF4-FFF2-40B4-BE49-F238E27FC236}">
                <a16:creationId xmlns:a16="http://schemas.microsoft.com/office/drawing/2014/main" id="{046C3937-7BC1-F79C-EF8A-733111DA766A}"/>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571400" name="Oval 8">
            <a:extLst>
              <a:ext uri="{FF2B5EF4-FFF2-40B4-BE49-F238E27FC236}">
                <a16:creationId xmlns:a16="http://schemas.microsoft.com/office/drawing/2014/main" id="{1C23F365-28F3-7FF2-8126-2E4CCE266BD2}"/>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571401" name="Oval 9">
            <a:extLst>
              <a:ext uri="{FF2B5EF4-FFF2-40B4-BE49-F238E27FC236}">
                <a16:creationId xmlns:a16="http://schemas.microsoft.com/office/drawing/2014/main" id="{0D95201B-BF8C-DFAB-6473-9035AD7B5A5E}"/>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571402" name="Oval 10">
            <a:extLst>
              <a:ext uri="{FF2B5EF4-FFF2-40B4-BE49-F238E27FC236}">
                <a16:creationId xmlns:a16="http://schemas.microsoft.com/office/drawing/2014/main" id="{0C20EA8E-A401-5076-56F7-A651BF2B656F}"/>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571403" name="AutoShape 11">
            <a:extLst>
              <a:ext uri="{FF2B5EF4-FFF2-40B4-BE49-F238E27FC236}">
                <a16:creationId xmlns:a16="http://schemas.microsoft.com/office/drawing/2014/main" id="{0A10A455-E1A6-DEF4-E5EC-7CB4B4EF7876}"/>
              </a:ext>
            </a:extLst>
          </p:cNvPr>
          <p:cNvCxnSpPr>
            <a:cxnSpLocks noChangeShapeType="1"/>
            <a:stCxn id="571395" idx="7"/>
            <a:endCxn id="571398" idx="2"/>
          </p:cNvCxnSpPr>
          <p:nvPr/>
        </p:nvCxnSpPr>
        <p:spPr bwMode="auto">
          <a:xfrm flipV="1">
            <a:off x="2081213" y="3057526"/>
            <a:ext cx="1511300" cy="379413"/>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1404" name="AutoShape 12">
            <a:extLst>
              <a:ext uri="{FF2B5EF4-FFF2-40B4-BE49-F238E27FC236}">
                <a16:creationId xmlns:a16="http://schemas.microsoft.com/office/drawing/2014/main" id="{21BFCCFF-7882-3AAB-8C69-E6588BC3D697}"/>
              </a:ext>
            </a:extLst>
          </p:cNvPr>
          <p:cNvCxnSpPr>
            <a:cxnSpLocks noChangeShapeType="1"/>
            <a:stCxn id="571395" idx="6"/>
            <a:endCxn id="571399" idx="1"/>
          </p:cNvCxnSpPr>
          <p:nvPr/>
        </p:nvCxnSpPr>
        <p:spPr bwMode="auto">
          <a:xfrm>
            <a:off x="2133600" y="3551239"/>
            <a:ext cx="2317750" cy="561975"/>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1405" name="AutoShape 13">
            <a:extLst>
              <a:ext uri="{FF2B5EF4-FFF2-40B4-BE49-F238E27FC236}">
                <a16:creationId xmlns:a16="http://schemas.microsoft.com/office/drawing/2014/main" id="{6597D1B9-9671-BF41-F8FE-6F7B7000B1CD}"/>
              </a:ext>
            </a:extLst>
          </p:cNvPr>
          <p:cNvCxnSpPr>
            <a:cxnSpLocks noChangeShapeType="1"/>
            <a:stCxn id="571395" idx="5"/>
            <a:endCxn id="571400"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1406" name="AutoShape 14">
            <a:extLst>
              <a:ext uri="{FF2B5EF4-FFF2-40B4-BE49-F238E27FC236}">
                <a16:creationId xmlns:a16="http://schemas.microsoft.com/office/drawing/2014/main" id="{32467148-F092-FBFA-A670-0852ACCB6851}"/>
              </a:ext>
            </a:extLst>
          </p:cNvPr>
          <p:cNvCxnSpPr>
            <a:cxnSpLocks noChangeShapeType="1"/>
            <a:stCxn id="571399" idx="7"/>
            <a:endCxn id="571396"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1407" name="AutoShape 15">
            <a:extLst>
              <a:ext uri="{FF2B5EF4-FFF2-40B4-BE49-F238E27FC236}">
                <a16:creationId xmlns:a16="http://schemas.microsoft.com/office/drawing/2014/main" id="{8EE57A40-9220-B149-F086-D16F4858A74B}"/>
              </a:ext>
            </a:extLst>
          </p:cNvPr>
          <p:cNvCxnSpPr>
            <a:cxnSpLocks noChangeShapeType="1"/>
            <a:stCxn id="571401" idx="7"/>
            <a:endCxn id="571396"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1408" name="AutoShape 16">
            <a:extLst>
              <a:ext uri="{FF2B5EF4-FFF2-40B4-BE49-F238E27FC236}">
                <a16:creationId xmlns:a16="http://schemas.microsoft.com/office/drawing/2014/main" id="{36764022-585E-F2FF-4044-588C93E70386}"/>
              </a:ext>
            </a:extLst>
          </p:cNvPr>
          <p:cNvCxnSpPr>
            <a:cxnSpLocks noChangeShapeType="1"/>
            <a:stCxn id="571399" idx="5"/>
            <a:endCxn id="571402"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1409" name="AutoShape 17">
            <a:extLst>
              <a:ext uri="{FF2B5EF4-FFF2-40B4-BE49-F238E27FC236}">
                <a16:creationId xmlns:a16="http://schemas.microsoft.com/office/drawing/2014/main" id="{DD80F20F-6CB3-E367-7F21-0BEF3C36E16B}"/>
              </a:ext>
            </a:extLst>
          </p:cNvPr>
          <p:cNvCxnSpPr>
            <a:cxnSpLocks noChangeShapeType="1"/>
            <a:stCxn id="571402" idx="5"/>
            <a:endCxn id="571397"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1410" name="AutoShape 18">
            <a:extLst>
              <a:ext uri="{FF2B5EF4-FFF2-40B4-BE49-F238E27FC236}">
                <a16:creationId xmlns:a16="http://schemas.microsoft.com/office/drawing/2014/main" id="{257AE06B-E3BE-FA8F-0855-2BBC3B15F6E8}"/>
              </a:ext>
            </a:extLst>
          </p:cNvPr>
          <p:cNvCxnSpPr>
            <a:cxnSpLocks noChangeShapeType="1"/>
            <a:stCxn id="571402" idx="6"/>
            <a:endCxn id="571401"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1411" name="AutoShape 19">
            <a:extLst>
              <a:ext uri="{FF2B5EF4-FFF2-40B4-BE49-F238E27FC236}">
                <a16:creationId xmlns:a16="http://schemas.microsoft.com/office/drawing/2014/main" id="{6508E67C-D833-0159-773F-F4CFFF700637}"/>
              </a:ext>
            </a:extLst>
          </p:cNvPr>
          <p:cNvCxnSpPr>
            <a:cxnSpLocks noChangeShapeType="1"/>
            <a:stCxn id="571401" idx="4"/>
            <a:endCxn id="571397" idx="1"/>
          </p:cNvCxnSpPr>
          <p:nvPr/>
        </p:nvCxnSpPr>
        <p:spPr bwMode="auto">
          <a:xfrm>
            <a:off x="8699501" y="4735514"/>
            <a:ext cx="1147763" cy="1208087"/>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1412" name="AutoShape 20">
            <a:extLst>
              <a:ext uri="{FF2B5EF4-FFF2-40B4-BE49-F238E27FC236}">
                <a16:creationId xmlns:a16="http://schemas.microsoft.com/office/drawing/2014/main" id="{8A8D8345-1B35-5412-920B-FC6BB6705C46}"/>
              </a:ext>
            </a:extLst>
          </p:cNvPr>
          <p:cNvCxnSpPr>
            <a:cxnSpLocks noChangeShapeType="1"/>
            <a:stCxn id="571396" idx="3"/>
            <a:endCxn id="571402"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1413" name="AutoShape 21">
            <a:extLst>
              <a:ext uri="{FF2B5EF4-FFF2-40B4-BE49-F238E27FC236}">
                <a16:creationId xmlns:a16="http://schemas.microsoft.com/office/drawing/2014/main" id="{6A152F1B-CD32-F70E-4E34-0F5388BCF3B8}"/>
              </a:ext>
            </a:extLst>
          </p:cNvPr>
          <p:cNvCxnSpPr>
            <a:cxnSpLocks noChangeShapeType="1"/>
            <a:stCxn id="571399" idx="4"/>
            <a:endCxn id="571400"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1414" name="AutoShape 22">
            <a:extLst>
              <a:ext uri="{FF2B5EF4-FFF2-40B4-BE49-F238E27FC236}">
                <a16:creationId xmlns:a16="http://schemas.microsoft.com/office/drawing/2014/main" id="{D340D9E0-4BA8-58C2-5120-979B3BBBC09B}"/>
              </a:ext>
            </a:extLst>
          </p:cNvPr>
          <p:cNvCxnSpPr>
            <a:cxnSpLocks noChangeShapeType="1"/>
            <a:stCxn id="571400" idx="6"/>
            <a:endCxn id="571402"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1415" name="AutoShape 23">
            <a:extLst>
              <a:ext uri="{FF2B5EF4-FFF2-40B4-BE49-F238E27FC236}">
                <a16:creationId xmlns:a16="http://schemas.microsoft.com/office/drawing/2014/main" id="{5C1DA27B-D34A-134B-263E-622F545F287C}"/>
              </a:ext>
            </a:extLst>
          </p:cNvPr>
          <p:cNvCxnSpPr>
            <a:cxnSpLocks noChangeShapeType="1"/>
            <a:stCxn id="571398" idx="6"/>
            <a:endCxn id="571396"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1416" name="AutoShape 24">
            <a:extLst>
              <a:ext uri="{FF2B5EF4-FFF2-40B4-BE49-F238E27FC236}">
                <a16:creationId xmlns:a16="http://schemas.microsoft.com/office/drawing/2014/main" id="{A9ACC91D-FC83-B7CC-7DDE-FC730B807BC4}"/>
              </a:ext>
            </a:extLst>
          </p:cNvPr>
          <p:cNvCxnSpPr>
            <a:cxnSpLocks noChangeShapeType="1"/>
            <a:stCxn id="571400" idx="6"/>
            <a:endCxn id="571397"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1417" name="AutoShape 25">
            <a:extLst>
              <a:ext uri="{FF2B5EF4-FFF2-40B4-BE49-F238E27FC236}">
                <a16:creationId xmlns:a16="http://schemas.microsoft.com/office/drawing/2014/main" id="{7D9BC9D3-A2B8-7CEF-BADF-570EBF9467B2}"/>
              </a:ext>
            </a:extLst>
          </p:cNvPr>
          <p:cNvCxnSpPr>
            <a:cxnSpLocks noChangeShapeType="1"/>
            <a:stCxn id="571396" idx="5"/>
            <a:endCxn id="571397"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71418" name="Text Box 26">
            <a:extLst>
              <a:ext uri="{FF2B5EF4-FFF2-40B4-BE49-F238E27FC236}">
                <a16:creationId xmlns:a16="http://schemas.microsoft.com/office/drawing/2014/main" id="{57854D04-AD44-AC79-EAC8-58C7796A21DE}"/>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571419" name="Text Box 27">
            <a:extLst>
              <a:ext uri="{FF2B5EF4-FFF2-40B4-BE49-F238E27FC236}">
                <a16:creationId xmlns:a16="http://schemas.microsoft.com/office/drawing/2014/main" id="{DA7C7E82-2211-03DF-675E-1F917C58BC0D}"/>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571420" name="Text Box 28">
            <a:extLst>
              <a:ext uri="{FF2B5EF4-FFF2-40B4-BE49-F238E27FC236}">
                <a16:creationId xmlns:a16="http://schemas.microsoft.com/office/drawing/2014/main" id="{90921EC9-C877-C50A-7A67-9C7BEAD04F3D}"/>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571421" name="Text Box 29">
            <a:extLst>
              <a:ext uri="{FF2B5EF4-FFF2-40B4-BE49-F238E27FC236}">
                <a16:creationId xmlns:a16="http://schemas.microsoft.com/office/drawing/2014/main" id="{7678AF85-1DEA-B84B-796F-319E6CAFAB82}"/>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571422" name="Text Box 30">
            <a:extLst>
              <a:ext uri="{FF2B5EF4-FFF2-40B4-BE49-F238E27FC236}">
                <a16:creationId xmlns:a16="http://schemas.microsoft.com/office/drawing/2014/main" id="{C6A1C5E0-778D-7ED9-07F0-28F67900C15A}"/>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571423" name="Text Box 31">
            <a:extLst>
              <a:ext uri="{FF2B5EF4-FFF2-40B4-BE49-F238E27FC236}">
                <a16:creationId xmlns:a16="http://schemas.microsoft.com/office/drawing/2014/main" id="{860A4B8D-F62A-43EB-25C3-2CC3F6D043F8}"/>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571424" name="Text Box 32">
            <a:extLst>
              <a:ext uri="{FF2B5EF4-FFF2-40B4-BE49-F238E27FC236}">
                <a16:creationId xmlns:a16="http://schemas.microsoft.com/office/drawing/2014/main" id="{EEADF8EE-D972-D5D4-863F-B0AC4342B17D}"/>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571425" name="Text Box 33">
            <a:extLst>
              <a:ext uri="{FF2B5EF4-FFF2-40B4-BE49-F238E27FC236}">
                <a16:creationId xmlns:a16="http://schemas.microsoft.com/office/drawing/2014/main" id="{90DA8427-8097-616B-B76F-8B296D0283F5}"/>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571426" name="Text Box 34">
            <a:extLst>
              <a:ext uri="{FF2B5EF4-FFF2-40B4-BE49-F238E27FC236}">
                <a16:creationId xmlns:a16="http://schemas.microsoft.com/office/drawing/2014/main" id="{A10D6F17-0FCF-A1A9-90C7-C0B71C0A074D}"/>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571427" name="Text Box 35">
            <a:extLst>
              <a:ext uri="{FF2B5EF4-FFF2-40B4-BE49-F238E27FC236}">
                <a16:creationId xmlns:a16="http://schemas.microsoft.com/office/drawing/2014/main" id="{E128F07A-B506-DE0B-90C6-9365B7DF5C58}"/>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571428" name="Text Box 36">
            <a:extLst>
              <a:ext uri="{FF2B5EF4-FFF2-40B4-BE49-F238E27FC236}">
                <a16:creationId xmlns:a16="http://schemas.microsoft.com/office/drawing/2014/main" id="{EEB56B99-9C34-9241-13E7-55876A7BE9A0}"/>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571429" name="Text Box 37">
            <a:extLst>
              <a:ext uri="{FF2B5EF4-FFF2-40B4-BE49-F238E27FC236}">
                <a16:creationId xmlns:a16="http://schemas.microsoft.com/office/drawing/2014/main" id="{5C625EF0-195F-1FE7-4DEE-16F9458122EC}"/>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571430" name="Text Box 38">
            <a:extLst>
              <a:ext uri="{FF2B5EF4-FFF2-40B4-BE49-F238E27FC236}">
                <a16:creationId xmlns:a16="http://schemas.microsoft.com/office/drawing/2014/main" id="{BE40EB2E-F011-83C3-398D-9E1E798E9095}"/>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71431" name="Text Box 39">
            <a:extLst>
              <a:ext uri="{FF2B5EF4-FFF2-40B4-BE49-F238E27FC236}">
                <a16:creationId xmlns:a16="http://schemas.microsoft.com/office/drawing/2014/main" id="{F5523F14-6721-11F7-A200-2E5A960C0772}"/>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571432" name="Text Box 40">
            <a:extLst>
              <a:ext uri="{FF2B5EF4-FFF2-40B4-BE49-F238E27FC236}">
                <a16:creationId xmlns:a16="http://schemas.microsoft.com/office/drawing/2014/main" id="{F9EAA3C2-D00A-D9C7-874C-E6CAE069DC45}"/>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71434" name="Text Box 42">
            <a:extLst>
              <a:ext uri="{FF2B5EF4-FFF2-40B4-BE49-F238E27FC236}">
                <a16:creationId xmlns:a16="http://schemas.microsoft.com/office/drawing/2014/main" id="{DF9A7840-0AF0-1078-AEE3-CC34E3C4E8EE}"/>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( 16, 18, 19, 20, 23, 30, 44 )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CB879A4D-5EAE-E2EF-C0F4-24AC8DF0FEC5}"/>
              </a:ext>
            </a:extLst>
          </p:cNvPr>
          <p:cNvSpPr>
            <a:spLocks noGrp="1"/>
          </p:cNvSpPr>
          <p:nvPr>
            <p:ph type="sldNum" sz="quarter" idx="10"/>
          </p:nvPr>
        </p:nvSpPr>
        <p:spPr/>
        <p:txBody>
          <a:bodyPr/>
          <a:lstStyle/>
          <a:p>
            <a:fld id="{F615AC41-B5EE-4B7F-8776-9A2BEEA2427F}" type="slidenum">
              <a:rPr lang="en-US" altLang="en-US"/>
              <a:pPr/>
              <a:t>45</a:t>
            </a:fld>
            <a:endParaRPr lang="en-US" altLang="en-US" sz="1400"/>
          </a:p>
        </p:txBody>
      </p:sp>
      <p:sp>
        <p:nvSpPr>
          <p:cNvPr id="672770" name="Rectangle 2">
            <a:extLst>
              <a:ext uri="{FF2B5EF4-FFF2-40B4-BE49-F238E27FC236}">
                <a16:creationId xmlns:a16="http://schemas.microsoft.com/office/drawing/2014/main" id="{5E983439-9A8E-8136-8345-412AD0C0A5ED}"/>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672771" name="Oval 3">
            <a:extLst>
              <a:ext uri="{FF2B5EF4-FFF2-40B4-BE49-F238E27FC236}">
                <a16:creationId xmlns:a16="http://schemas.microsoft.com/office/drawing/2014/main" id="{D685FED4-4F48-0E0B-4F5A-B4355B96FD9B}"/>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672772" name="Oval 4">
            <a:extLst>
              <a:ext uri="{FF2B5EF4-FFF2-40B4-BE49-F238E27FC236}">
                <a16:creationId xmlns:a16="http://schemas.microsoft.com/office/drawing/2014/main" id="{45FA4578-1872-5E39-942D-BD02F1500633}"/>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672773" name="Oval 5">
            <a:extLst>
              <a:ext uri="{FF2B5EF4-FFF2-40B4-BE49-F238E27FC236}">
                <a16:creationId xmlns:a16="http://schemas.microsoft.com/office/drawing/2014/main" id="{1A21C36E-4E40-5D5B-ECFC-00607107F09C}"/>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672774" name="Oval 6">
            <a:extLst>
              <a:ext uri="{FF2B5EF4-FFF2-40B4-BE49-F238E27FC236}">
                <a16:creationId xmlns:a16="http://schemas.microsoft.com/office/drawing/2014/main" id="{0C74D55A-C9CA-6217-ED44-E9D0F5B47461}"/>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672775" name="Oval 7">
            <a:extLst>
              <a:ext uri="{FF2B5EF4-FFF2-40B4-BE49-F238E27FC236}">
                <a16:creationId xmlns:a16="http://schemas.microsoft.com/office/drawing/2014/main" id="{D560C67F-28B4-BFDD-E92D-37293F919A04}"/>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672776" name="Oval 8">
            <a:extLst>
              <a:ext uri="{FF2B5EF4-FFF2-40B4-BE49-F238E27FC236}">
                <a16:creationId xmlns:a16="http://schemas.microsoft.com/office/drawing/2014/main" id="{05E1CB5A-E16C-7017-3D48-8A074088BFA1}"/>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672777" name="Oval 9">
            <a:extLst>
              <a:ext uri="{FF2B5EF4-FFF2-40B4-BE49-F238E27FC236}">
                <a16:creationId xmlns:a16="http://schemas.microsoft.com/office/drawing/2014/main" id="{584FFBA4-0DA0-1DCD-D712-D57373F51262}"/>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672778" name="Oval 10">
            <a:extLst>
              <a:ext uri="{FF2B5EF4-FFF2-40B4-BE49-F238E27FC236}">
                <a16:creationId xmlns:a16="http://schemas.microsoft.com/office/drawing/2014/main" id="{983DF71C-3966-7EE2-95F7-27B879772794}"/>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672779" name="AutoShape 11">
            <a:extLst>
              <a:ext uri="{FF2B5EF4-FFF2-40B4-BE49-F238E27FC236}">
                <a16:creationId xmlns:a16="http://schemas.microsoft.com/office/drawing/2014/main" id="{8B119F1F-8314-2F78-77E3-FA04AC224C61}"/>
              </a:ext>
            </a:extLst>
          </p:cNvPr>
          <p:cNvCxnSpPr>
            <a:cxnSpLocks noChangeShapeType="1"/>
            <a:stCxn id="672771" idx="7"/>
            <a:endCxn id="672774" idx="2"/>
          </p:cNvCxnSpPr>
          <p:nvPr/>
        </p:nvCxnSpPr>
        <p:spPr bwMode="auto">
          <a:xfrm flipV="1">
            <a:off x="2081213" y="3057526"/>
            <a:ext cx="1511300" cy="379413"/>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2780" name="AutoShape 12">
            <a:extLst>
              <a:ext uri="{FF2B5EF4-FFF2-40B4-BE49-F238E27FC236}">
                <a16:creationId xmlns:a16="http://schemas.microsoft.com/office/drawing/2014/main" id="{A74B6D11-FDF1-25CB-47FF-690D51575B2C}"/>
              </a:ext>
            </a:extLst>
          </p:cNvPr>
          <p:cNvCxnSpPr>
            <a:cxnSpLocks noChangeShapeType="1"/>
            <a:stCxn id="672771" idx="6"/>
            <a:endCxn id="672775" idx="1"/>
          </p:cNvCxnSpPr>
          <p:nvPr/>
        </p:nvCxnSpPr>
        <p:spPr bwMode="auto">
          <a:xfrm>
            <a:off x="2133600" y="3551239"/>
            <a:ext cx="2317750" cy="561975"/>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2781" name="AutoShape 13">
            <a:extLst>
              <a:ext uri="{FF2B5EF4-FFF2-40B4-BE49-F238E27FC236}">
                <a16:creationId xmlns:a16="http://schemas.microsoft.com/office/drawing/2014/main" id="{3CD76944-60B2-DABE-B9AB-34BC1E404FCA}"/>
              </a:ext>
            </a:extLst>
          </p:cNvPr>
          <p:cNvCxnSpPr>
            <a:cxnSpLocks noChangeShapeType="1"/>
            <a:stCxn id="672771" idx="5"/>
            <a:endCxn id="672776"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2782" name="AutoShape 14">
            <a:extLst>
              <a:ext uri="{FF2B5EF4-FFF2-40B4-BE49-F238E27FC236}">
                <a16:creationId xmlns:a16="http://schemas.microsoft.com/office/drawing/2014/main" id="{BE6BC62E-C837-A62D-B9F9-4789EA398677}"/>
              </a:ext>
            </a:extLst>
          </p:cNvPr>
          <p:cNvCxnSpPr>
            <a:cxnSpLocks noChangeShapeType="1"/>
            <a:stCxn id="672775" idx="7"/>
            <a:endCxn id="672772"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2783" name="AutoShape 15">
            <a:extLst>
              <a:ext uri="{FF2B5EF4-FFF2-40B4-BE49-F238E27FC236}">
                <a16:creationId xmlns:a16="http://schemas.microsoft.com/office/drawing/2014/main" id="{E64B14E7-6756-944F-0F0B-814DFDA61116}"/>
              </a:ext>
            </a:extLst>
          </p:cNvPr>
          <p:cNvCxnSpPr>
            <a:cxnSpLocks noChangeShapeType="1"/>
            <a:stCxn id="672777" idx="7"/>
            <a:endCxn id="672772"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2784" name="AutoShape 16">
            <a:extLst>
              <a:ext uri="{FF2B5EF4-FFF2-40B4-BE49-F238E27FC236}">
                <a16:creationId xmlns:a16="http://schemas.microsoft.com/office/drawing/2014/main" id="{BE95A259-BA98-C51B-7338-025097C24CFE}"/>
              </a:ext>
            </a:extLst>
          </p:cNvPr>
          <p:cNvCxnSpPr>
            <a:cxnSpLocks noChangeShapeType="1"/>
            <a:stCxn id="672775" idx="5"/>
            <a:endCxn id="672778"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2785" name="AutoShape 17">
            <a:extLst>
              <a:ext uri="{FF2B5EF4-FFF2-40B4-BE49-F238E27FC236}">
                <a16:creationId xmlns:a16="http://schemas.microsoft.com/office/drawing/2014/main" id="{C73A4B0E-5E6F-2026-C420-627AC854308C}"/>
              </a:ext>
            </a:extLst>
          </p:cNvPr>
          <p:cNvCxnSpPr>
            <a:cxnSpLocks noChangeShapeType="1"/>
            <a:stCxn id="672778" idx="5"/>
            <a:endCxn id="672773"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2786" name="AutoShape 18">
            <a:extLst>
              <a:ext uri="{FF2B5EF4-FFF2-40B4-BE49-F238E27FC236}">
                <a16:creationId xmlns:a16="http://schemas.microsoft.com/office/drawing/2014/main" id="{9D3F387D-0DE4-2C69-5421-164B1DB9C3CF}"/>
              </a:ext>
            </a:extLst>
          </p:cNvPr>
          <p:cNvCxnSpPr>
            <a:cxnSpLocks noChangeShapeType="1"/>
            <a:stCxn id="672778" idx="6"/>
            <a:endCxn id="672777"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2787" name="AutoShape 19">
            <a:extLst>
              <a:ext uri="{FF2B5EF4-FFF2-40B4-BE49-F238E27FC236}">
                <a16:creationId xmlns:a16="http://schemas.microsoft.com/office/drawing/2014/main" id="{966CA9FE-D493-6270-D028-78947DB6849A}"/>
              </a:ext>
            </a:extLst>
          </p:cNvPr>
          <p:cNvCxnSpPr>
            <a:cxnSpLocks noChangeShapeType="1"/>
            <a:stCxn id="672777" idx="4"/>
            <a:endCxn id="672773" idx="1"/>
          </p:cNvCxnSpPr>
          <p:nvPr/>
        </p:nvCxnSpPr>
        <p:spPr bwMode="auto">
          <a:xfrm>
            <a:off x="8699501" y="4735514"/>
            <a:ext cx="1147763" cy="1208087"/>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2788" name="AutoShape 20">
            <a:extLst>
              <a:ext uri="{FF2B5EF4-FFF2-40B4-BE49-F238E27FC236}">
                <a16:creationId xmlns:a16="http://schemas.microsoft.com/office/drawing/2014/main" id="{ADA64C89-944A-5643-502F-511FAD9FDFF6}"/>
              </a:ext>
            </a:extLst>
          </p:cNvPr>
          <p:cNvCxnSpPr>
            <a:cxnSpLocks noChangeShapeType="1"/>
            <a:stCxn id="672772" idx="3"/>
            <a:endCxn id="672778"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2789" name="AutoShape 21">
            <a:extLst>
              <a:ext uri="{FF2B5EF4-FFF2-40B4-BE49-F238E27FC236}">
                <a16:creationId xmlns:a16="http://schemas.microsoft.com/office/drawing/2014/main" id="{79CA7170-1C15-30EF-8D07-E70B1ED008D5}"/>
              </a:ext>
            </a:extLst>
          </p:cNvPr>
          <p:cNvCxnSpPr>
            <a:cxnSpLocks noChangeShapeType="1"/>
            <a:stCxn id="672775" idx="4"/>
            <a:endCxn id="672776"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2790" name="AutoShape 22">
            <a:extLst>
              <a:ext uri="{FF2B5EF4-FFF2-40B4-BE49-F238E27FC236}">
                <a16:creationId xmlns:a16="http://schemas.microsoft.com/office/drawing/2014/main" id="{3D6D85F3-1D7A-5690-2F9C-37C395746059}"/>
              </a:ext>
            </a:extLst>
          </p:cNvPr>
          <p:cNvCxnSpPr>
            <a:cxnSpLocks noChangeShapeType="1"/>
            <a:stCxn id="672776" idx="6"/>
            <a:endCxn id="672778"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2791" name="AutoShape 23">
            <a:extLst>
              <a:ext uri="{FF2B5EF4-FFF2-40B4-BE49-F238E27FC236}">
                <a16:creationId xmlns:a16="http://schemas.microsoft.com/office/drawing/2014/main" id="{4DAC8A86-7D2A-047D-6D8B-BAFD34C16A2C}"/>
              </a:ext>
            </a:extLst>
          </p:cNvPr>
          <p:cNvCxnSpPr>
            <a:cxnSpLocks noChangeShapeType="1"/>
            <a:stCxn id="672774" idx="6"/>
            <a:endCxn id="672772"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2792" name="AutoShape 24">
            <a:extLst>
              <a:ext uri="{FF2B5EF4-FFF2-40B4-BE49-F238E27FC236}">
                <a16:creationId xmlns:a16="http://schemas.microsoft.com/office/drawing/2014/main" id="{D8BC2C4B-9C0B-81DA-DFE4-1CF9B3D8FDA2}"/>
              </a:ext>
            </a:extLst>
          </p:cNvPr>
          <p:cNvCxnSpPr>
            <a:cxnSpLocks noChangeShapeType="1"/>
            <a:stCxn id="672776" idx="6"/>
            <a:endCxn id="672773"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2793" name="AutoShape 25">
            <a:extLst>
              <a:ext uri="{FF2B5EF4-FFF2-40B4-BE49-F238E27FC236}">
                <a16:creationId xmlns:a16="http://schemas.microsoft.com/office/drawing/2014/main" id="{95155A8A-B59D-0778-D53D-53772D948652}"/>
              </a:ext>
            </a:extLst>
          </p:cNvPr>
          <p:cNvCxnSpPr>
            <a:cxnSpLocks noChangeShapeType="1"/>
            <a:stCxn id="672772" idx="5"/>
            <a:endCxn id="672773"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72794" name="Text Box 26">
            <a:extLst>
              <a:ext uri="{FF2B5EF4-FFF2-40B4-BE49-F238E27FC236}">
                <a16:creationId xmlns:a16="http://schemas.microsoft.com/office/drawing/2014/main" id="{96F8B269-37B4-232D-446A-C202E5FA3FDC}"/>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672795" name="Text Box 27">
            <a:extLst>
              <a:ext uri="{FF2B5EF4-FFF2-40B4-BE49-F238E27FC236}">
                <a16:creationId xmlns:a16="http://schemas.microsoft.com/office/drawing/2014/main" id="{482B7F79-E321-9F58-F99C-3A9DCBC3BC1B}"/>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672796" name="Text Box 28">
            <a:extLst>
              <a:ext uri="{FF2B5EF4-FFF2-40B4-BE49-F238E27FC236}">
                <a16:creationId xmlns:a16="http://schemas.microsoft.com/office/drawing/2014/main" id="{A37378A4-B130-E5B1-4917-0FE499D922B4}"/>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672797" name="Text Box 29">
            <a:extLst>
              <a:ext uri="{FF2B5EF4-FFF2-40B4-BE49-F238E27FC236}">
                <a16:creationId xmlns:a16="http://schemas.microsoft.com/office/drawing/2014/main" id="{1529965D-8CD8-079E-3914-922353C71244}"/>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672798" name="Text Box 30">
            <a:extLst>
              <a:ext uri="{FF2B5EF4-FFF2-40B4-BE49-F238E27FC236}">
                <a16:creationId xmlns:a16="http://schemas.microsoft.com/office/drawing/2014/main" id="{F3E2879B-3D54-E184-7D9C-BB342214294B}"/>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672799" name="Text Box 31">
            <a:extLst>
              <a:ext uri="{FF2B5EF4-FFF2-40B4-BE49-F238E27FC236}">
                <a16:creationId xmlns:a16="http://schemas.microsoft.com/office/drawing/2014/main" id="{82633D59-8546-ECFA-E9E0-0E0BCA028851}"/>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672800" name="Text Box 32">
            <a:extLst>
              <a:ext uri="{FF2B5EF4-FFF2-40B4-BE49-F238E27FC236}">
                <a16:creationId xmlns:a16="http://schemas.microsoft.com/office/drawing/2014/main" id="{DA4F49C5-7A1A-F52C-4BDD-008D18BB1D84}"/>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672801" name="Text Box 33">
            <a:extLst>
              <a:ext uri="{FF2B5EF4-FFF2-40B4-BE49-F238E27FC236}">
                <a16:creationId xmlns:a16="http://schemas.microsoft.com/office/drawing/2014/main" id="{6CEE7F66-F710-1680-F717-E9C82E1056C1}"/>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672802" name="Text Box 34">
            <a:extLst>
              <a:ext uri="{FF2B5EF4-FFF2-40B4-BE49-F238E27FC236}">
                <a16:creationId xmlns:a16="http://schemas.microsoft.com/office/drawing/2014/main" id="{ED2B5667-6570-8454-3FA5-FAF31F02F7ED}"/>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672803" name="Text Box 35">
            <a:extLst>
              <a:ext uri="{FF2B5EF4-FFF2-40B4-BE49-F238E27FC236}">
                <a16:creationId xmlns:a16="http://schemas.microsoft.com/office/drawing/2014/main" id="{6CFA5454-B01B-3163-8F1C-9AD2E199EA31}"/>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672804" name="Text Box 36">
            <a:extLst>
              <a:ext uri="{FF2B5EF4-FFF2-40B4-BE49-F238E27FC236}">
                <a16:creationId xmlns:a16="http://schemas.microsoft.com/office/drawing/2014/main" id="{70C806EC-7987-D4A4-F61F-34487F1D8568}"/>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672805" name="Text Box 37">
            <a:extLst>
              <a:ext uri="{FF2B5EF4-FFF2-40B4-BE49-F238E27FC236}">
                <a16:creationId xmlns:a16="http://schemas.microsoft.com/office/drawing/2014/main" id="{AA266EC5-7037-5ED4-03CB-67BEA85E4E52}"/>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672806" name="Text Box 38">
            <a:extLst>
              <a:ext uri="{FF2B5EF4-FFF2-40B4-BE49-F238E27FC236}">
                <a16:creationId xmlns:a16="http://schemas.microsoft.com/office/drawing/2014/main" id="{740DDF19-502B-E9DC-B126-664D16122A37}"/>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72807" name="Text Box 39">
            <a:extLst>
              <a:ext uri="{FF2B5EF4-FFF2-40B4-BE49-F238E27FC236}">
                <a16:creationId xmlns:a16="http://schemas.microsoft.com/office/drawing/2014/main" id="{514F2A5F-DAD4-3E5E-61F8-61245E7CCA83}"/>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672808" name="Text Box 40">
            <a:extLst>
              <a:ext uri="{FF2B5EF4-FFF2-40B4-BE49-F238E27FC236}">
                <a16:creationId xmlns:a16="http://schemas.microsoft.com/office/drawing/2014/main" id="{F5F492E7-8B14-C943-6107-3A49F8D8EF6D}"/>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72809" name="Text Box 41">
            <a:extLst>
              <a:ext uri="{FF2B5EF4-FFF2-40B4-BE49-F238E27FC236}">
                <a16:creationId xmlns:a16="http://schemas.microsoft.com/office/drawing/2014/main" id="{D3FAEDFD-EF5C-9096-AC02-0627829B06CE}"/>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( 16, 18, 19, 20, 23, 30, 44 )</a:t>
            </a:r>
          </a:p>
        </p:txBody>
      </p:sp>
      <p:sp>
        <p:nvSpPr>
          <p:cNvPr id="672811" name="Text Box 43">
            <a:extLst>
              <a:ext uri="{FF2B5EF4-FFF2-40B4-BE49-F238E27FC236}">
                <a16:creationId xmlns:a16="http://schemas.microsoft.com/office/drawing/2014/main" id="{48173AF8-3036-3C55-5F86-50AD87ECD864}"/>
              </a:ext>
            </a:extLst>
          </p:cNvPr>
          <p:cNvSpPr txBox="1">
            <a:spLocks noChangeArrowheads="1"/>
          </p:cNvSpPr>
          <p:nvPr/>
        </p:nvSpPr>
        <p:spPr bwMode="auto">
          <a:xfrm>
            <a:off x="6934200" y="6019800"/>
            <a:ext cx="12779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p>
            <a:r>
              <a:rPr lang="en-US" altLang="en-US" sz="1600">
                <a:solidFill>
                  <a:schemeClr val="accent1"/>
                </a:solidFill>
              </a:rPr>
              <a:t>PQdelmin()</a:t>
            </a:r>
            <a:endParaRPr lang="en-US" altLang="en-US"/>
          </a:p>
        </p:txBody>
      </p:sp>
      <p:sp>
        <p:nvSpPr>
          <p:cNvPr id="672812" name="AutoShape 44">
            <a:extLst>
              <a:ext uri="{FF2B5EF4-FFF2-40B4-BE49-F238E27FC236}">
                <a16:creationId xmlns:a16="http://schemas.microsoft.com/office/drawing/2014/main" id="{3B4A0E51-6EB6-7CF6-CDFC-513DBD047694}"/>
              </a:ext>
            </a:extLst>
          </p:cNvPr>
          <p:cNvSpPr>
            <a:spLocks noChangeArrowheads="1"/>
          </p:cNvSpPr>
          <p:nvPr/>
        </p:nvSpPr>
        <p:spPr bwMode="auto">
          <a:xfrm rot="11125513">
            <a:off x="7620001" y="5638801"/>
            <a:ext cx="174625" cy="314325"/>
          </a:xfrm>
          <a:prstGeom prst="downArrow">
            <a:avLst>
              <a:gd name="adj1" fmla="val 50000"/>
              <a:gd name="adj2" fmla="val 45000"/>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60C64904-0B54-C49A-5592-66C48523E608}"/>
              </a:ext>
            </a:extLst>
          </p:cNvPr>
          <p:cNvSpPr>
            <a:spLocks noGrp="1"/>
          </p:cNvSpPr>
          <p:nvPr>
            <p:ph type="sldNum" sz="quarter" idx="10"/>
          </p:nvPr>
        </p:nvSpPr>
        <p:spPr/>
        <p:txBody>
          <a:bodyPr/>
          <a:lstStyle/>
          <a:p>
            <a:fld id="{5F2D861A-71CA-4D08-862D-C0E9CC9B4489}" type="slidenum">
              <a:rPr lang="en-US" altLang="en-US"/>
              <a:pPr/>
              <a:t>46</a:t>
            </a:fld>
            <a:endParaRPr lang="en-US" altLang="en-US" sz="1400"/>
          </a:p>
        </p:txBody>
      </p:sp>
      <p:sp>
        <p:nvSpPr>
          <p:cNvPr id="572418" name="Rectangle 2">
            <a:extLst>
              <a:ext uri="{FF2B5EF4-FFF2-40B4-BE49-F238E27FC236}">
                <a16:creationId xmlns:a16="http://schemas.microsoft.com/office/drawing/2014/main" id="{10C6F0B3-EE22-55BA-1964-E3A45D183700}"/>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572419" name="Oval 3">
            <a:extLst>
              <a:ext uri="{FF2B5EF4-FFF2-40B4-BE49-F238E27FC236}">
                <a16:creationId xmlns:a16="http://schemas.microsoft.com/office/drawing/2014/main" id="{0D6CDAA6-D552-05FA-5E4F-5FB6AD55CA4D}"/>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572420" name="Oval 4">
            <a:extLst>
              <a:ext uri="{FF2B5EF4-FFF2-40B4-BE49-F238E27FC236}">
                <a16:creationId xmlns:a16="http://schemas.microsoft.com/office/drawing/2014/main" id="{F95835CB-41EC-16A4-A88A-EBD73042918F}"/>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572421" name="Oval 5">
            <a:extLst>
              <a:ext uri="{FF2B5EF4-FFF2-40B4-BE49-F238E27FC236}">
                <a16:creationId xmlns:a16="http://schemas.microsoft.com/office/drawing/2014/main" id="{F10BE01D-6DEB-C461-6954-12C58B748E88}"/>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572422" name="Oval 6">
            <a:extLst>
              <a:ext uri="{FF2B5EF4-FFF2-40B4-BE49-F238E27FC236}">
                <a16:creationId xmlns:a16="http://schemas.microsoft.com/office/drawing/2014/main" id="{34DF085A-1E6D-EE46-6DEB-B1C1E736A6E6}"/>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572423" name="Oval 7">
            <a:extLst>
              <a:ext uri="{FF2B5EF4-FFF2-40B4-BE49-F238E27FC236}">
                <a16:creationId xmlns:a16="http://schemas.microsoft.com/office/drawing/2014/main" id="{D7F05075-D76E-9BAF-8735-AC95F79108C5}"/>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572424" name="Oval 8">
            <a:extLst>
              <a:ext uri="{FF2B5EF4-FFF2-40B4-BE49-F238E27FC236}">
                <a16:creationId xmlns:a16="http://schemas.microsoft.com/office/drawing/2014/main" id="{D577B7A0-01C2-15C0-DFC7-05CE362D01B0}"/>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572425" name="Oval 9">
            <a:extLst>
              <a:ext uri="{FF2B5EF4-FFF2-40B4-BE49-F238E27FC236}">
                <a16:creationId xmlns:a16="http://schemas.microsoft.com/office/drawing/2014/main" id="{47E01655-C398-6368-9633-33EF441F8900}"/>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572426" name="Oval 10">
            <a:extLst>
              <a:ext uri="{FF2B5EF4-FFF2-40B4-BE49-F238E27FC236}">
                <a16:creationId xmlns:a16="http://schemas.microsoft.com/office/drawing/2014/main" id="{7D4FDE72-B4F8-CA70-5597-B7FE2180AE08}"/>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572427" name="AutoShape 11">
            <a:extLst>
              <a:ext uri="{FF2B5EF4-FFF2-40B4-BE49-F238E27FC236}">
                <a16:creationId xmlns:a16="http://schemas.microsoft.com/office/drawing/2014/main" id="{AC734D56-AB30-1AA1-9DB6-A64AA6876105}"/>
              </a:ext>
            </a:extLst>
          </p:cNvPr>
          <p:cNvCxnSpPr>
            <a:cxnSpLocks noChangeShapeType="1"/>
            <a:stCxn id="572419" idx="7"/>
            <a:endCxn id="572422" idx="2"/>
          </p:cNvCxnSpPr>
          <p:nvPr/>
        </p:nvCxnSpPr>
        <p:spPr bwMode="auto">
          <a:xfrm flipV="1">
            <a:off x="2081213" y="3057526"/>
            <a:ext cx="1511300" cy="379413"/>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2428" name="AutoShape 12">
            <a:extLst>
              <a:ext uri="{FF2B5EF4-FFF2-40B4-BE49-F238E27FC236}">
                <a16:creationId xmlns:a16="http://schemas.microsoft.com/office/drawing/2014/main" id="{F557A4ED-1B58-8483-9D83-76858AD9A22D}"/>
              </a:ext>
            </a:extLst>
          </p:cNvPr>
          <p:cNvCxnSpPr>
            <a:cxnSpLocks noChangeShapeType="1"/>
            <a:stCxn id="572419" idx="6"/>
            <a:endCxn id="572423" idx="1"/>
          </p:cNvCxnSpPr>
          <p:nvPr/>
        </p:nvCxnSpPr>
        <p:spPr bwMode="auto">
          <a:xfrm>
            <a:off x="2133600" y="3551239"/>
            <a:ext cx="2317750" cy="561975"/>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2429" name="AutoShape 13">
            <a:extLst>
              <a:ext uri="{FF2B5EF4-FFF2-40B4-BE49-F238E27FC236}">
                <a16:creationId xmlns:a16="http://schemas.microsoft.com/office/drawing/2014/main" id="{80013AE9-91B6-F2A7-90AC-B5AC8A7F0596}"/>
              </a:ext>
            </a:extLst>
          </p:cNvPr>
          <p:cNvCxnSpPr>
            <a:cxnSpLocks noChangeShapeType="1"/>
            <a:stCxn id="572419" idx="5"/>
            <a:endCxn id="572424"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2430" name="AutoShape 14">
            <a:extLst>
              <a:ext uri="{FF2B5EF4-FFF2-40B4-BE49-F238E27FC236}">
                <a16:creationId xmlns:a16="http://schemas.microsoft.com/office/drawing/2014/main" id="{AF7C7D19-6E5C-06DC-4920-751D4F963D4C}"/>
              </a:ext>
            </a:extLst>
          </p:cNvPr>
          <p:cNvCxnSpPr>
            <a:cxnSpLocks noChangeShapeType="1"/>
            <a:stCxn id="572423" idx="7"/>
            <a:endCxn id="572420"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2431" name="AutoShape 15">
            <a:extLst>
              <a:ext uri="{FF2B5EF4-FFF2-40B4-BE49-F238E27FC236}">
                <a16:creationId xmlns:a16="http://schemas.microsoft.com/office/drawing/2014/main" id="{6E5D2E53-6B77-B126-7AA3-853ABF30DDAC}"/>
              </a:ext>
            </a:extLst>
          </p:cNvPr>
          <p:cNvCxnSpPr>
            <a:cxnSpLocks noChangeShapeType="1"/>
            <a:stCxn id="572425" idx="7"/>
            <a:endCxn id="572420"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2432" name="AutoShape 16">
            <a:extLst>
              <a:ext uri="{FF2B5EF4-FFF2-40B4-BE49-F238E27FC236}">
                <a16:creationId xmlns:a16="http://schemas.microsoft.com/office/drawing/2014/main" id="{73E9557F-C698-18B7-B547-AB17B9F78711}"/>
              </a:ext>
            </a:extLst>
          </p:cNvPr>
          <p:cNvCxnSpPr>
            <a:cxnSpLocks noChangeShapeType="1"/>
            <a:stCxn id="572423" idx="5"/>
            <a:endCxn id="572426"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2433" name="AutoShape 17">
            <a:extLst>
              <a:ext uri="{FF2B5EF4-FFF2-40B4-BE49-F238E27FC236}">
                <a16:creationId xmlns:a16="http://schemas.microsoft.com/office/drawing/2014/main" id="{6CE99C2F-8792-60DA-04BE-DCF445FC12C7}"/>
              </a:ext>
            </a:extLst>
          </p:cNvPr>
          <p:cNvCxnSpPr>
            <a:cxnSpLocks noChangeShapeType="1"/>
            <a:stCxn id="572426" idx="5"/>
            <a:endCxn id="572421" idx="2"/>
          </p:cNvCxnSpPr>
          <p:nvPr/>
        </p:nvCxnSpPr>
        <p:spPr bwMode="auto">
          <a:xfrm>
            <a:off x="6070601" y="5033964"/>
            <a:ext cx="3724275" cy="1023937"/>
          </a:xfrm>
          <a:prstGeom prst="straightConnector1">
            <a:avLst/>
          </a:prstGeom>
          <a:noFill/>
          <a:ln w="762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2434" name="AutoShape 18">
            <a:extLst>
              <a:ext uri="{FF2B5EF4-FFF2-40B4-BE49-F238E27FC236}">
                <a16:creationId xmlns:a16="http://schemas.microsoft.com/office/drawing/2014/main" id="{539C6A20-A249-00FC-67C4-74337937AD6B}"/>
              </a:ext>
            </a:extLst>
          </p:cNvPr>
          <p:cNvCxnSpPr>
            <a:cxnSpLocks noChangeShapeType="1"/>
            <a:stCxn id="572426" idx="6"/>
            <a:endCxn id="572425"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2435" name="AutoShape 19">
            <a:extLst>
              <a:ext uri="{FF2B5EF4-FFF2-40B4-BE49-F238E27FC236}">
                <a16:creationId xmlns:a16="http://schemas.microsoft.com/office/drawing/2014/main" id="{7D5BCCA2-D4C8-3B44-20B5-2B271FCC14A1}"/>
              </a:ext>
            </a:extLst>
          </p:cNvPr>
          <p:cNvCxnSpPr>
            <a:cxnSpLocks noChangeShapeType="1"/>
            <a:stCxn id="572425" idx="4"/>
            <a:endCxn id="572421" idx="1"/>
          </p:cNvCxnSpPr>
          <p:nvPr/>
        </p:nvCxnSpPr>
        <p:spPr bwMode="auto">
          <a:xfrm>
            <a:off x="8699501" y="4735514"/>
            <a:ext cx="1147763" cy="1208087"/>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2436" name="AutoShape 20">
            <a:extLst>
              <a:ext uri="{FF2B5EF4-FFF2-40B4-BE49-F238E27FC236}">
                <a16:creationId xmlns:a16="http://schemas.microsoft.com/office/drawing/2014/main" id="{34BCD332-196A-5ABC-B818-DF84E8BB24C7}"/>
              </a:ext>
            </a:extLst>
          </p:cNvPr>
          <p:cNvCxnSpPr>
            <a:cxnSpLocks noChangeShapeType="1"/>
            <a:stCxn id="572420" idx="3"/>
            <a:endCxn id="572426"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2437" name="AutoShape 21">
            <a:extLst>
              <a:ext uri="{FF2B5EF4-FFF2-40B4-BE49-F238E27FC236}">
                <a16:creationId xmlns:a16="http://schemas.microsoft.com/office/drawing/2014/main" id="{EBD4AF1C-099D-D0E6-E3D3-A6DC5E4FEBB5}"/>
              </a:ext>
            </a:extLst>
          </p:cNvPr>
          <p:cNvCxnSpPr>
            <a:cxnSpLocks noChangeShapeType="1"/>
            <a:stCxn id="572423" idx="4"/>
            <a:endCxn id="572424"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2438" name="AutoShape 22">
            <a:extLst>
              <a:ext uri="{FF2B5EF4-FFF2-40B4-BE49-F238E27FC236}">
                <a16:creationId xmlns:a16="http://schemas.microsoft.com/office/drawing/2014/main" id="{C9EA7D52-E698-C612-AFFD-50DA1D1DEB19}"/>
              </a:ext>
            </a:extLst>
          </p:cNvPr>
          <p:cNvCxnSpPr>
            <a:cxnSpLocks noChangeShapeType="1"/>
            <a:stCxn id="572424" idx="6"/>
            <a:endCxn id="572426"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2439" name="AutoShape 23">
            <a:extLst>
              <a:ext uri="{FF2B5EF4-FFF2-40B4-BE49-F238E27FC236}">
                <a16:creationId xmlns:a16="http://schemas.microsoft.com/office/drawing/2014/main" id="{A228B3D6-194C-1BD2-076D-8746CBE3270F}"/>
              </a:ext>
            </a:extLst>
          </p:cNvPr>
          <p:cNvCxnSpPr>
            <a:cxnSpLocks noChangeShapeType="1"/>
            <a:stCxn id="572422" idx="6"/>
            <a:endCxn id="572420"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2440" name="AutoShape 24">
            <a:extLst>
              <a:ext uri="{FF2B5EF4-FFF2-40B4-BE49-F238E27FC236}">
                <a16:creationId xmlns:a16="http://schemas.microsoft.com/office/drawing/2014/main" id="{A658DEF8-FC6F-584D-C409-D34AB4EE30C1}"/>
              </a:ext>
            </a:extLst>
          </p:cNvPr>
          <p:cNvCxnSpPr>
            <a:cxnSpLocks noChangeShapeType="1"/>
            <a:stCxn id="572424" idx="6"/>
            <a:endCxn id="572421"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2441" name="AutoShape 25">
            <a:extLst>
              <a:ext uri="{FF2B5EF4-FFF2-40B4-BE49-F238E27FC236}">
                <a16:creationId xmlns:a16="http://schemas.microsoft.com/office/drawing/2014/main" id="{7E735FFF-D61B-EE45-1628-C0EEF70C17A8}"/>
              </a:ext>
            </a:extLst>
          </p:cNvPr>
          <p:cNvCxnSpPr>
            <a:cxnSpLocks noChangeShapeType="1"/>
            <a:stCxn id="572420" idx="5"/>
            <a:endCxn id="572421"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72442" name="Text Box 26">
            <a:extLst>
              <a:ext uri="{FF2B5EF4-FFF2-40B4-BE49-F238E27FC236}">
                <a16:creationId xmlns:a16="http://schemas.microsoft.com/office/drawing/2014/main" id="{0B305E8F-F52E-DEAE-DB23-20D8306F4A5C}"/>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572443" name="Text Box 27">
            <a:extLst>
              <a:ext uri="{FF2B5EF4-FFF2-40B4-BE49-F238E27FC236}">
                <a16:creationId xmlns:a16="http://schemas.microsoft.com/office/drawing/2014/main" id="{A58F60BA-8D89-0060-4B59-784FF7964ADC}"/>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572444" name="Text Box 28">
            <a:extLst>
              <a:ext uri="{FF2B5EF4-FFF2-40B4-BE49-F238E27FC236}">
                <a16:creationId xmlns:a16="http://schemas.microsoft.com/office/drawing/2014/main" id="{68A5C553-8D59-7533-AA09-8688461D657C}"/>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572445" name="Text Box 29">
            <a:extLst>
              <a:ext uri="{FF2B5EF4-FFF2-40B4-BE49-F238E27FC236}">
                <a16:creationId xmlns:a16="http://schemas.microsoft.com/office/drawing/2014/main" id="{7D2332E2-DF7D-0D32-EA6A-3598C47E7E23}"/>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572446" name="Text Box 30">
            <a:extLst>
              <a:ext uri="{FF2B5EF4-FFF2-40B4-BE49-F238E27FC236}">
                <a16:creationId xmlns:a16="http://schemas.microsoft.com/office/drawing/2014/main" id="{458CF9EC-90E1-92D5-B451-E774DD409868}"/>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572447" name="Text Box 31">
            <a:extLst>
              <a:ext uri="{FF2B5EF4-FFF2-40B4-BE49-F238E27FC236}">
                <a16:creationId xmlns:a16="http://schemas.microsoft.com/office/drawing/2014/main" id="{53F0264C-C012-4DD0-DE91-8B3B94EE286A}"/>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572448" name="Text Box 32">
            <a:extLst>
              <a:ext uri="{FF2B5EF4-FFF2-40B4-BE49-F238E27FC236}">
                <a16:creationId xmlns:a16="http://schemas.microsoft.com/office/drawing/2014/main" id="{D1976E0A-A32F-8226-958E-17F853732823}"/>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572449" name="Text Box 33">
            <a:extLst>
              <a:ext uri="{FF2B5EF4-FFF2-40B4-BE49-F238E27FC236}">
                <a16:creationId xmlns:a16="http://schemas.microsoft.com/office/drawing/2014/main" id="{CB69DD9F-4CC2-C7DC-E11F-133FE83F9EA0}"/>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572450" name="Text Box 34">
            <a:extLst>
              <a:ext uri="{FF2B5EF4-FFF2-40B4-BE49-F238E27FC236}">
                <a16:creationId xmlns:a16="http://schemas.microsoft.com/office/drawing/2014/main" id="{22A7CC97-521E-FABE-A3A8-D0AD31F161ED}"/>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572451" name="Text Box 35">
            <a:extLst>
              <a:ext uri="{FF2B5EF4-FFF2-40B4-BE49-F238E27FC236}">
                <a16:creationId xmlns:a16="http://schemas.microsoft.com/office/drawing/2014/main" id="{CC3D5C44-DB26-CAA1-99A2-AB163B8DEE82}"/>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572452" name="Text Box 36">
            <a:extLst>
              <a:ext uri="{FF2B5EF4-FFF2-40B4-BE49-F238E27FC236}">
                <a16:creationId xmlns:a16="http://schemas.microsoft.com/office/drawing/2014/main" id="{35AFE725-B1A2-CD91-2455-717708910CDC}"/>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572453" name="Text Box 37">
            <a:extLst>
              <a:ext uri="{FF2B5EF4-FFF2-40B4-BE49-F238E27FC236}">
                <a16:creationId xmlns:a16="http://schemas.microsoft.com/office/drawing/2014/main" id="{EB60EFD1-22FD-8BF0-84AC-C24DB844481F}"/>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572454" name="Text Box 38">
            <a:extLst>
              <a:ext uri="{FF2B5EF4-FFF2-40B4-BE49-F238E27FC236}">
                <a16:creationId xmlns:a16="http://schemas.microsoft.com/office/drawing/2014/main" id="{1C3FE192-0FC0-4603-34D2-4EAEA21EF522}"/>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72455" name="Text Box 39">
            <a:extLst>
              <a:ext uri="{FF2B5EF4-FFF2-40B4-BE49-F238E27FC236}">
                <a16:creationId xmlns:a16="http://schemas.microsoft.com/office/drawing/2014/main" id="{95F43F72-7C2A-F3D3-ED9D-31C1163BFBDB}"/>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572456" name="Text Box 40">
            <a:extLst>
              <a:ext uri="{FF2B5EF4-FFF2-40B4-BE49-F238E27FC236}">
                <a16:creationId xmlns:a16="http://schemas.microsoft.com/office/drawing/2014/main" id="{A9F731D9-C844-98C6-13D9-C7AD0C4C2CD3}"/>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72458" name="Text Box 42">
            <a:extLst>
              <a:ext uri="{FF2B5EF4-FFF2-40B4-BE49-F238E27FC236}">
                <a16:creationId xmlns:a16="http://schemas.microsoft.com/office/drawing/2014/main" id="{0FBFA251-0AD0-54C1-6EDF-2169D8B4E9F3}"/>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( 18, 19, 20, 23, 30, 44 )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EB20D0FA-940E-C748-3618-E1B3BC0195A1}"/>
              </a:ext>
            </a:extLst>
          </p:cNvPr>
          <p:cNvSpPr>
            <a:spLocks noGrp="1"/>
          </p:cNvSpPr>
          <p:nvPr>
            <p:ph type="sldNum" sz="quarter" idx="10"/>
          </p:nvPr>
        </p:nvSpPr>
        <p:spPr/>
        <p:txBody>
          <a:bodyPr/>
          <a:lstStyle/>
          <a:p>
            <a:fld id="{9D70207D-00CE-4211-88EE-EA731BB71035}" type="slidenum">
              <a:rPr lang="en-US" altLang="en-US"/>
              <a:pPr/>
              <a:t>47</a:t>
            </a:fld>
            <a:endParaRPr lang="en-US" altLang="en-US" sz="1400"/>
          </a:p>
        </p:txBody>
      </p:sp>
      <p:sp>
        <p:nvSpPr>
          <p:cNvPr id="574466" name="Rectangle 2">
            <a:extLst>
              <a:ext uri="{FF2B5EF4-FFF2-40B4-BE49-F238E27FC236}">
                <a16:creationId xmlns:a16="http://schemas.microsoft.com/office/drawing/2014/main" id="{E0F405D5-E087-57F1-4AB5-4360B5EF2AF1}"/>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574467" name="Oval 3">
            <a:extLst>
              <a:ext uri="{FF2B5EF4-FFF2-40B4-BE49-F238E27FC236}">
                <a16:creationId xmlns:a16="http://schemas.microsoft.com/office/drawing/2014/main" id="{25B35625-167C-8A1F-3165-7D79E1A933A6}"/>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574468" name="Oval 4">
            <a:extLst>
              <a:ext uri="{FF2B5EF4-FFF2-40B4-BE49-F238E27FC236}">
                <a16:creationId xmlns:a16="http://schemas.microsoft.com/office/drawing/2014/main" id="{C68DEB72-A2BD-F4EC-79A8-A5C66DDA3F3F}"/>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574469" name="Oval 5">
            <a:extLst>
              <a:ext uri="{FF2B5EF4-FFF2-40B4-BE49-F238E27FC236}">
                <a16:creationId xmlns:a16="http://schemas.microsoft.com/office/drawing/2014/main" id="{2851EE42-0DC7-A8D2-8943-30FA29A52C36}"/>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574470" name="Oval 6">
            <a:extLst>
              <a:ext uri="{FF2B5EF4-FFF2-40B4-BE49-F238E27FC236}">
                <a16:creationId xmlns:a16="http://schemas.microsoft.com/office/drawing/2014/main" id="{BB26AC99-4B6F-89EF-A5C4-7ACA57691595}"/>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574471" name="Oval 7">
            <a:extLst>
              <a:ext uri="{FF2B5EF4-FFF2-40B4-BE49-F238E27FC236}">
                <a16:creationId xmlns:a16="http://schemas.microsoft.com/office/drawing/2014/main" id="{FA5379E2-1079-D0C0-61E1-10D5A74E0D2A}"/>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574472" name="Oval 8">
            <a:extLst>
              <a:ext uri="{FF2B5EF4-FFF2-40B4-BE49-F238E27FC236}">
                <a16:creationId xmlns:a16="http://schemas.microsoft.com/office/drawing/2014/main" id="{8E8640B7-0983-292F-C2E2-F12F2EB54EDC}"/>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574473" name="Oval 9">
            <a:extLst>
              <a:ext uri="{FF2B5EF4-FFF2-40B4-BE49-F238E27FC236}">
                <a16:creationId xmlns:a16="http://schemas.microsoft.com/office/drawing/2014/main" id="{788ECEB0-48F1-C961-D3BB-48BFD9273E8E}"/>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574474" name="Oval 10">
            <a:extLst>
              <a:ext uri="{FF2B5EF4-FFF2-40B4-BE49-F238E27FC236}">
                <a16:creationId xmlns:a16="http://schemas.microsoft.com/office/drawing/2014/main" id="{01F60D4B-7256-2F97-C3A1-CAA79F957D85}"/>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574475" name="AutoShape 11">
            <a:extLst>
              <a:ext uri="{FF2B5EF4-FFF2-40B4-BE49-F238E27FC236}">
                <a16:creationId xmlns:a16="http://schemas.microsoft.com/office/drawing/2014/main" id="{3A4E254A-51C8-7168-7BD0-F05AF1527242}"/>
              </a:ext>
            </a:extLst>
          </p:cNvPr>
          <p:cNvCxnSpPr>
            <a:cxnSpLocks noChangeShapeType="1"/>
            <a:stCxn id="574467" idx="7"/>
            <a:endCxn id="574470" idx="2"/>
          </p:cNvCxnSpPr>
          <p:nvPr/>
        </p:nvCxnSpPr>
        <p:spPr bwMode="auto">
          <a:xfrm flipV="1">
            <a:off x="2081213" y="3057526"/>
            <a:ext cx="1511300" cy="379413"/>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4476" name="AutoShape 12">
            <a:extLst>
              <a:ext uri="{FF2B5EF4-FFF2-40B4-BE49-F238E27FC236}">
                <a16:creationId xmlns:a16="http://schemas.microsoft.com/office/drawing/2014/main" id="{AF7BB72C-EA34-A128-31A4-8EB6052EC61B}"/>
              </a:ext>
            </a:extLst>
          </p:cNvPr>
          <p:cNvCxnSpPr>
            <a:cxnSpLocks noChangeShapeType="1"/>
            <a:stCxn id="574467" idx="6"/>
            <a:endCxn id="574471" idx="1"/>
          </p:cNvCxnSpPr>
          <p:nvPr/>
        </p:nvCxnSpPr>
        <p:spPr bwMode="auto">
          <a:xfrm>
            <a:off x="2133600" y="3551239"/>
            <a:ext cx="2317750" cy="561975"/>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4477" name="AutoShape 13">
            <a:extLst>
              <a:ext uri="{FF2B5EF4-FFF2-40B4-BE49-F238E27FC236}">
                <a16:creationId xmlns:a16="http://schemas.microsoft.com/office/drawing/2014/main" id="{692FCEBA-48C6-8722-1729-BA43FDF6CBD1}"/>
              </a:ext>
            </a:extLst>
          </p:cNvPr>
          <p:cNvCxnSpPr>
            <a:cxnSpLocks noChangeShapeType="1"/>
            <a:stCxn id="574467" idx="5"/>
            <a:endCxn id="574472"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4478" name="AutoShape 14">
            <a:extLst>
              <a:ext uri="{FF2B5EF4-FFF2-40B4-BE49-F238E27FC236}">
                <a16:creationId xmlns:a16="http://schemas.microsoft.com/office/drawing/2014/main" id="{C231A446-42CF-EADC-CEC9-560500205CA8}"/>
              </a:ext>
            </a:extLst>
          </p:cNvPr>
          <p:cNvCxnSpPr>
            <a:cxnSpLocks noChangeShapeType="1"/>
            <a:stCxn id="574471" idx="7"/>
            <a:endCxn id="574468"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4479" name="AutoShape 15">
            <a:extLst>
              <a:ext uri="{FF2B5EF4-FFF2-40B4-BE49-F238E27FC236}">
                <a16:creationId xmlns:a16="http://schemas.microsoft.com/office/drawing/2014/main" id="{93BE2E7A-646F-F592-B204-B1410CCD4CBC}"/>
              </a:ext>
            </a:extLst>
          </p:cNvPr>
          <p:cNvCxnSpPr>
            <a:cxnSpLocks noChangeShapeType="1"/>
            <a:stCxn id="574473" idx="7"/>
            <a:endCxn id="574468"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4480" name="AutoShape 16">
            <a:extLst>
              <a:ext uri="{FF2B5EF4-FFF2-40B4-BE49-F238E27FC236}">
                <a16:creationId xmlns:a16="http://schemas.microsoft.com/office/drawing/2014/main" id="{14C1EC60-A32D-FB58-D407-0301DB3E3C92}"/>
              </a:ext>
            </a:extLst>
          </p:cNvPr>
          <p:cNvCxnSpPr>
            <a:cxnSpLocks noChangeShapeType="1"/>
            <a:stCxn id="574471" idx="5"/>
            <a:endCxn id="574474"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4481" name="AutoShape 17">
            <a:extLst>
              <a:ext uri="{FF2B5EF4-FFF2-40B4-BE49-F238E27FC236}">
                <a16:creationId xmlns:a16="http://schemas.microsoft.com/office/drawing/2014/main" id="{9CCC4053-6ABB-49D0-4093-EBD0AFD95310}"/>
              </a:ext>
            </a:extLst>
          </p:cNvPr>
          <p:cNvCxnSpPr>
            <a:cxnSpLocks noChangeShapeType="1"/>
            <a:stCxn id="574474" idx="5"/>
            <a:endCxn id="574469"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4482" name="AutoShape 18">
            <a:extLst>
              <a:ext uri="{FF2B5EF4-FFF2-40B4-BE49-F238E27FC236}">
                <a16:creationId xmlns:a16="http://schemas.microsoft.com/office/drawing/2014/main" id="{F7EF5E3F-A2C8-BCC1-03C1-26B3C742B744}"/>
              </a:ext>
            </a:extLst>
          </p:cNvPr>
          <p:cNvCxnSpPr>
            <a:cxnSpLocks noChangeShapeType="1"/>
            <a:stCxn id="574474" idx="6"/>
            <a:endCxn id="574473"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4483" name="AutoShape 19">
            <a:extLst>
              <a:ext uri="{FF2B5EF4-FFF2-40B4-BE49-F238E27FC236}">
                <a16:creationId xmlns:a16="http://schemas.microsoft.com/office/drawing/2014/main" id="{E920A0AB-AF95-898D-78FD-D29E151A42BB}"/>
              </a:ext>
            </a:extLst>
          </p:cNvPr>
          <p:cNvCxnSpPr>
            <a:cxnSpLocks noChangeShapeType="1"/>
            <a:stCxn id="574473" idx="4"/>
            <a:endCxn id="574469" idx="1"/>
          </p:cNvCxnSpPr>
          <p:nvPr/>
        </p:nvCxnSpPr>
        <p:spPr bwMode="auto">
          <a:xfrm>
            <a:off x="8699501" y="4735514"/>
            <a:ext cx="1147763" cy="1208087"/>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4484" name="AutoShape 20">
            <a:extLst>
              <a:ext uri="{FF2B5EF4-FFF2-40B4-BE49-F238E27FC236}">
                <a16:creationId xmlns:a16="http://schemas.microsoft.com/office/drawing/2014/main" id="{B79D7EC1-A6E5-F746-3E8A-0C1495216BE7}"/>
              </a:ext>
            </a:extLst>
          </p:cNvPr>
          <p:cNvCxnSpPr>
            <a:cxnSpLocks noChangeShapeType="1"/>
            <a:stCxn id="574468" idx="3"/>
            <a:endCxn id="574474"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4485" name="AutoShape 21">
            <a:extLst>
              <a:ext uri="{FF2B5EF4-FFF2-40B4-BE49-F238E27FC236}">
                <a16:creationId xmlns:a16="http://schemas.microsoft.com/office/drawing/2014/main" id="{04A8F68B-F9F6-9373-4FDB-07B3B46199D0}"/>
              </a:ext>
            </a:extLst>
          </p:cNvPr>
          <p:cNvCxnSpPr>
            <a:cxnSpLocks noChangeShapeType="1"/>
            <a:stCxn id="574471" idx="4"/>
            <a:endCxn id="574472"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4486" name="AutoShape 22">
            <a:extLst>
              <a:ext uri="{FF2B5EF4-FFF2-40B4-BE49-F238E27FC236}">
                <a16:creationId xmlns:a16="http://schemas.microsoft.com/office/drawing/2014/main" id="{CF904093-D635-AD3C-AE3F-0A7826941E81}"/>
              </a:ext>
            </a:extLst>
          </p:cNvPr>
          <p:cNvCxnSpPr>
            <a:cxnSpLocks noChangeShapeType="1"/>
            <a:stCxn id="574472" idx="6"/>
            <a:endCxn id="574474"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4487" name="AutoShape 23">
            <a:extLst>
              <a:ext uri="{FF2B5EF4-FFF2-40B4-BE49-F238E27FC236}">
                <a16:creationId xmlns:a16="http://schemas.microsoft.com/office/drawing/2014/main" id="{D3E0545A-46A4-F2F2-4E46-43846492E79C}"/>
              </a:ext>
            </a:extLst>
          </p:cNvPr>
          <p:cNvCxnSpPr>
            <a:cxnSpLocks noChangeShapeType="1"/>
            <a:stCxn id="574470" idx="6"/>
            <a:endCxn id="574468"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4488" name="AutoShape 24">
            <a:extLst>
              <a:ext uri="{FF2B5EF4-FFF2-40B4-BE49-F238E27FC236}">
                <a16:creationId xmlns:a16="http://schemas.microsoft.com/office/drawing/2014/main" id="{A68BBDA8-C545-CD4D-FA1E-26B8D03EFAA8}"/>
              </a:ext>
            </a:extLst>
          </p:cNvPr>
          <p:cNvCxnSpPr>
            <a:cxnSpLocks noChangeShapeType="1"/>
            <a:stCxn id="574472" idx="6"/>
            <a:endCxn id="574469"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4489" name="AutoShape 25">
            <a:extLst>
              <a:ext uri="{FF2B5EF4-FFF2-40B4-BE49-F238E27FC236}">
                <a16:creationId xmlns:a16="http://schemas.microsoft.com/office/drawing/2014/main" id="{BDFE1F4B-A148-238E-4C44-D8EF61A9AEAF}"/>
              </a:ext>
            </a:extLst>
          </p:cNvPr>
          <p:cNvCxnSpPr>
            <a:cxnSpLocks noChangeShapeType="1"/>
            <a:stCxn id="574468" idx="5"/>
            <a:endCxn id="574469"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74490" name="Text Box 26">
            <a:extLst>
              <a:ext uri="{FF2B5EF4-FFF2-40B4-BE49-F238E27FC236}">
                <a16:creationId xmlns:a16="http://schemas.microsoft.com/office/drawing/2014/main" id="{5916E0CB-58DD-ABD3-9B2D-C37235C90D91}"/>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574491" name="Text Box 27">
            <a:extLst>
              <a:ext uri="{FF2B5EF4-FFF2-40B4-BE49-F238E27FC236}">
                <a16:creationId xmlns:a16="http://schemas.microsoft.com/office/drawing/2014/main" id="{61837355-66AD-A542-1A77-7B12FA300A07}"/>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574492" name="Text Box 28">
            <a:extLst>
              <a:ext uri="{FF2B5EF4-FFF2-40B4-BE49-F238E27FC236}">
                <a16:creationId xmlns:a16="http://schemas.microsoft.com/office/drawing/2014/main" id="{9439B3B5-6615-BF5C-38A1-4925A093169F}"/>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574493" name="Text Box 29">
            <a:extLst>
              <a:ext uri="{FF2B5EF4-FFF2-40B4-BE49-F238E27FC236}">
                <a16:creationId xmlns:a16="http://schemas.microsoft.com/office/drawing/2014/main" id="{800D1037-F3DB-EDB5-69E7-C9FA98BE1A8C}"/>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574494" name="Text Box 30">
            <a:extLst>
              <a:ext uri="{FF2B5EF4-FFF2-40B4-BE49-F238E27FC236}">
                <a16:creationId xmlns:a16="http://schemas.microsoft.com/office/drawing/2014/main" id="{D3F37743-7387-86D0-3EE5-A243B5FD30E6}"/>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574495" name="Text Box 31">
            <a:extLst>
              <a:ext uri="{FF2B5EF4-FFF2-40B4-BE49-F238E27FC236}">
                <a16:creationId xmlns:a16="http://schemas.microsoft.com/office/drawing/2014/main" id="{FB7E89C2-5433-D1C5-12EA-586C8F350D28}"/>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574496" name="Text Box 32">
            <a:extLst>
              <a:ext uri="{FF2B5EF4-FFF2-40B4-BE49-F238E27FC236}">
                <a16:creationId xmlns:a16="http://schemas.microsoft.com/office/drawing/2014/main" id="{31C37F86-67FB-5887-E28E-E5FC3521C572}"/>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574497" name="Text Box 33">
            <a:extLst>
              <a:ext uri="{FF2B5EF4-FFF2-40B4-BE49-F238E27FC236}">
                <a16:creationId xmlns:a16="http://schemas.microsoft.com/office/drawing/2014/main" id="{9C5EA702-581F-8B4D-B7E1-A5D3A5AF6860}"/>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574498" name="Text Box 34">
            <a:extLst>
              <a:ext uri="{FF2B5EF4-FFF2-40B4-BE49-F238E27FC236}">
                <a16:creationId xmlns:a16="http://schemas.microsoft.com/office/drawing/2014/main" id="{EB52AC14-63C5-107F-922F-F8C7E4A13321}"/>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574499" name="Text Box 35">
            <a:extLst>
              <a:ext uri="{FF2B5EF4-FFF2-40B4-BE49-F238E27FC236}">
                <a16:creationId xmlns:a16="http://schemas.microsoft.com/office/drawing/2014/main" id="{E66C321B-3B5A-6A70-C3CC-B0D3D0C7DB98}"/>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574500" name="Text Box 36">
            <a:extLst>
              <a:ext uri="{FF2B5EF4-FFF2-40B4-BE49-F238E27FC236}">
                <a16:creationId xmlns:a16="http://schemas.microsoft.com/office/drawing/2014/main" id="{C969E8F1-7B36-CA11-4DF9-B9407A8E72AB}"/>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574501" name="Text Box 37">
            <a:extLst>
              <a:ext uri="{FF2B5EF4-FFF2-40B4-BE49-F238E27FC236}">
                <a16:creationId xmlns:a16="http://schemas.microsoft.com/office/drawing/2014/main" id="{32E5B06B-75A3-2A7D-5ED1-F877C24201B4}"/>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574502" name="Text Box 38">
            <a:extLst>
              <a:ext uri="{FF2B5EF4-FFF2-40B4-BE49-F238E27FC236}">
                <a16:creationId xmlns:a16="http://schemas.microsoft.com/office/drawing/2014/main" id="{8029BA61-E2A2-7A7C-002E-43CE0D34B53F}"/>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74503" name="Text Box 39">
            <a:extLst>
              <a:ext uri="{FF2B5EF4-FFF2-40B4-BE49-F238E27FC236}">
                <a16:creationId xmlns:a16="http://schemas.microsoft.com/office/drawing/2014/main" id="{60CF2A47-74CE-9140-432E-D27A63CB22B4}"/>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574504" name="Text Box 40">
            <a:extLst>
              <a:ext uri="{FF2B5EF4-FFF2-40B4-BE49-F238E27FC236}">
                <a16:creationId xmlns:a16="http://schemas.microsoft.com/office/drawing/2014/main" id="{C428F29A-3A3F-60DD-CE6C-5DF8DFAA0272}"/>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74506" name="Text Box 42">
            <a:extLst>
              <a:ext uri="{FF2B5EF4-FFF2-40B4-BE49-F238E27FC236}">
                <a16:creationId xmlns:a16="http://schemas.microsoft.com/office/drawing/2014/main" id="{1BC91711-9BC4-5709-6EB3-193B29E77CBA}"/>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( 18, 19, 20, 23, 30, 44 )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DC62BA44-40F5-10B0-2E8A-B47333F33E13}"/>
              </a:ext>
            </a:extLst>
          </p:cNvPr>
          <p:cNvSpPr>
            <a:spLocks noGrp="1"/>
          </p:cNvSpPr>
          <p:nvPr>
            <p:ph type="sldNum" sz="quarter" idx="10"/>
          </p:nvPr>
        </p:nvSpPr>
        <p:spPr/>
        <p:txBody>
          <a:bodyPr/>
          <a:lstStyle/>
          <a:p>
            <a:fld id="{1EE9607C-2D50-45F3-82DD-E2A69B4079B5}" type="slidenum">
              <a:rPr lang="en-US" altLang="en-US"/>
              <a:pPr/>
              <a:t>48</a:t>
            </a:fld>
            <a:endParaRPr lang="en-US" altLang="en-US" sz="1400"/>
          </a:p>
        </p:txBody>
      </p:sp>
      <p:sp>
        <p:nvSpPr>
          <p:cNvPr id="673794" name="Rectangle 2">
            <a:extLst>
              <a:ext uri="{FF2B5EF4-FFF2-40B4-BE49-F238E27FC236}">
                <a16:creationId xmlns:a16="http://schemas.microsoft.com/office/drawing/2014/main" id="{5862AF91-02F5-F4F7-130B-246FDBF84019}"/>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673795" name="Oval 3">
            <a:extLst>
              <a:ext uri="{FF2B5EF4-FFF2-40B4-BE49-F238E27FC236}">
                <a16:creationId xmlns:a16="http://schemas.microsoft.com/office/drawing/2014/main" id="{F239EB0A-04F6-83D8-6B9C-8E5D20F09304}"/>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673796" name="Oval 4">
            <a:extLst>
              <a:ext uri="{FF2B5EF4-FFF2-40B4-BE49-F238E27FC236}">
                <a16:creationId xmlns:a16="http://schemas.microsoft.com/office/drawing/2014/main" id="{83277F6D-6EA0-ADE2-006D-9154DC5E3A20}"/>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673797" name="Oval 5">
            <a:extLst>
              <a:ext uri="{FF2B5EF4-FFF2-40B4-BE49-F238E27FC236}">
                <a16:creationId xmlns:a16="http://schemas.microsoft.com/office/drawing/2014/main" id="{663409DA-8D36-ABAB-4887-26E6F5EC6E90}"/>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673798" name="Oval 6">
            <a:extLst>
              <a:ext uri="{FF2B5EF4-FFF2-40B4-BE49-F238E27FC236}">
                <a16:creationId xmlns:a16="http://schemas.microsoft.com/office/drawing/2014/main" id="{1F9053AF-24BE-EC31-CDEC-3EA5A547B159}"/>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673799" name="Oval 7">
            <a:extLst>
              <a:ext uri="{FF2B5EF4-FFF2-40B4-BE49-F238E27FC236}">
                <a16:creationId xmlns:a16="http://schemas.microsoft.com/office/drawing/2014/main" id="{31F5E94D-CB1E-5A1E-3D88-B2E2B26E035B}"/>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673800" name="Oval 8">
            <a:extLst>
              <a:ext uri="{FF2B5EF4-FFF2-40B4-BE49-F238E27FC236}">
                <a16:creationId xmlns:a16="http://schemas.microsoft.com/office/drawing/2014/main" id="{9A51EC22-9F25-1A31-4CCF-856E408BAF10}"/>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673801" name="Oval 9">
            <a:extLst>
              <a:ext uri="{FF2B5EF4-FFF2-40B4-BE49-F238E27FC236}">
                <a16:creationId xmlns:a16="http://schemas.microsoft.com/office/drawing/2014/main" id="{F6A067DC-9528-FA7D-3E2A-0D2FFEF6A49C}"/>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673802" name="Oval 10">
            <a:extLst>
              <a:ext uri="{FF2B5EF4-FFF2-40B4-BE49-F238E27FC236}">
                <a16:creationId xmlns:a16="http://schemas.microsoft.com/office/drawing/2014/main" id="{7E9A948B-AFEA-581F-F8DE-528824106DFE}"/>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673803" name="AutoShape 11">
            <a:extLst>
              <a:ext uri="{FF2B5EF4-FFF2-40B4-BE49-F238E27FC236}">
                <a16:creationId xmlns:a16="http://schemas.microsoft.com/office/drawing/2014/main" id="{A034741E-618E-99EF-9EBA-DFC78228D60A}"/>
              </a:ext>
            </a:extLst>
          </p:cNvPr>
          <p:cNvCxnSpPr>
            <a:cxnSpLocks noChangeShapeType="1"/>
            <a:stCxn id="673795" idx="7"/>
            <a:endCxn id="673798" idx="2"/>
          </p:cNvCxnSpPr>
          <p:nvPr/>
        </p:nvCxnSpPr>
        <p:spPr bwMode="auto">
          <a:xfrm flipV="1">
            <a:off x="2081213" y="3057526"/>
            <a:ext cx="1511300" cy="379413"/>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3804" name="AutoShape 12">
            <a:extLst>
              <a:ext uri="{FF2B5EF4-FFF2-40B4-BE49-F238E27FC236}">
                <a16:creationId xmlns:a16="http://schemas.microsoft.com/office/drawing/2014/main" id="{00D26D45-46B5-EC52-2DE6-8999311BE627}"/>
              </a:ext>
            </a:extLst>
          </p:cNvPr>
          <p:cNvCxnSpPr>
            <a:cxnSpLocks noChangeShapeType="1"/>
            <a:stCxn id="673795" idx="6"/>
            <a:endCxn id="673799" idx="1"/>
          </p:cNvCxnSpPr>
          <p:nvPr/>
        </p:nvCxnSpPr>
        <p:spPr bwMode="auto">
          <a:xfrm>
            <a:off x="2133600" y="3551239"/>
            <a:ext cx="2317750" cy="561975"/>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3805" name="AutoShape 13">
            <a:extLst>
              <a:ext uri="{FF2B5EF4-FFF2-40B4-BE49-F238E27FC236}">
                <a16:creationId xmlns:a16="http://schemas.microsoft.com/office/drawing/2014/main" id="{41F88DAB-0109-B5FF-D6CA-8888D51C7905}"/>
              </a:ext>
            </a:extLst>
          </p:cNvPr>
          <p:cNvCxnSpPr>
            <a:cxnSpLocks noChangeShapeType="1"/>
            <a:stCxn id="673795" idx="5"/>
            <a:endCxn id="673800"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3806" name="AutoShape 14">
            <a:extLst>
              <a:ext uri="{FF2B5EF4-FFF2-40B4-BE49-F238E27FC236}">
                <a16:creationId xmlns:a16="http://schemas.microsoft.com/office/drawing/2014/main" id="{76E79F2D-808C-6097-70D6-8EFDA921121C}"/>
              </a:ext>
            </a:extLst>
          </p:cNvPr>
          <p:cNvCxnSpPr>
            <a:cxnSpLocks noChangeShapeType="1"/>
            <a:stCxn id="673799" idx="7"/>
            <a:endCxn id="673796" idx="2"/>
          </p:cNvCxnSpPr>
          <p:nvPr/>
        </p:nvCxnSpPr>
        <p:spPr bwMode="auto">
          <a:xfrm flipV="1">
            <a:off x="4664075" y="3057525"/>
            <a:ext cx="4819650" cy="1055688"/>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3807" name="AutoShape 15">
            <a:extLst>
              <a:ext uri="{FF2B5EF4-FFF2-40B4-BE49-F238E27FC236}">
                <a16:creationId xmlns:a16="http://schemas.microsoft.com/office/drawing/2014/main" id="{4B96224C-3665-0BDD-7489-5F397F513823}"/>
              </a:ext>
            </a:extLst>
          </p:cNvPr>
          <p:cNvCxnSpPr>
            <a:cxnSpLocks noChangeShapeType="1"/>
            <a:stCxn id="673801" idx="7"/>
            <a:endCxn id="673796"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3808" name="AutoShape 16">
            <a:extLst>
              <a:ext uri="{FF2B5EF4-FFF2-40B4-BE49-F238E27FC236}">
                <a16:creationId xmlns:a16="http://schemas.microsoft.com/office/drawing/2014/main" id="{B9A854DF-2B9C-75E9-41A7-5DD3A41CD8DE}"/>
              </a:ext>
            </a:extLst>
          </p:cNvPr>
          <p:cNvCxnSpPr>
            <a:cxnSpLocks noChangeShapeType="1"/>
            <a:stCxn id="673799" idx="5"/>
            <a:endCxn id="673802"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3809" name="AutoShape 17">
            <a:extLst>
              <a:ext uri="{FF2B5EF4-FFF2-40B4-BE49-F238E27FC236}">
                <a16:creationId xmlns:a16="http://schemas.microsoft.com/office/drawing/2014/main" id="{4926A3C1-E0AA-3759-F722-872914B7DE0F}"/>
              </a:ext>
            </a:extLst>
          </p:cNvPr>
          <p:cNvCxnSpPr>
            <a:cxnSpLocks noChangeShapeType="1"/>
            <a:stCxn id="673802" idx="5"/>
            <a:endCxn id="673797"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3810" name="AutoShape 18">
            <a:extLst>
              <a:ext uri="{FF2B5EF4-FFF2-40B4-BE49-F238E27FC236}">
                <a16:creationId xmlns:a16="http://schemas.microsoft.com/office/drawing/2014/main" id="{65BFC85B-EDC1-939A-1B8F-BD35F30482FB}"/>
              </a:ext>
            </a:extLst>
          </p:cNvPr>
          <p:cNvCxnSpPr>
            <a:cxnSpLocks noChangeShapeType="1"/>
            <a:stCxn id="673802" idx="6"/>
            <a:endCxn id="673801"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3811" name="AutoShape 19">
            <a:extLst>
              <a:ext uri="{FF2B5EF4-FFF2-40B4-BE49-F238E27FC236}">
                <a16:creationId xmlns:a16="http://schemas.microsoft.com/office/drawing/2014/main" id="{E4B41D88-288B-22B3-A0A3-B06E5A1A933D}"/>
              </a:ext>
            </a:extLst>
          </p:cNvPr>
          <p:cNvCxnSpPr>
            <a:cxnSpLocks noChangeShapeType="1"/>
            <a:stCxn id="673801" idx="4"/>
            <a:endCxn id="673797" idx="1"/>
          </p:cNvCxnSpPr>
          <p:nvPr/>
        </p:nvCxnSpPr>
        <p:spPr bwMode="auto">
          <a:xfrm>
            <a:off x="8699501" y="4735514"/>
            <a:ext cx="1147763" cy="1208087"/>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3812" name="AutoShape 20">
            <a:extLst>
              <a:ext uri="{FF2B5EF4-FFF2-40B4-BE49-F238E27FC236}">
                <a16:creationId xmlns:a16="http://schemas.microsoft.com/office/drawing/2014/main" id="{A3B4E923-95EB-C0BA-CD7B-05BAC727F1F9}"/>
              </a:ext>
            </a:extLst>
          </p:cNvPr>
          <p:cNvCxnSpPr>
            <a:cxnSpLocks noChangeShapeType="1"/>
            <a:stCxn id="673796" idx="3"/>
            <a:endCxn id="673802"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3813" name="AutoShape 21">
            <a:extLst>
              <a:ext uri="{FF2B5EF4-FFF2-40B4-BE49-F238E27FC236}">
                <a16:creationId xmlns:a16="http://schemas.microsoft.com/office/drawing/2014/main" id="{FF2C559E-C0E3-5752-8801-190E7465F15D}"/>
              </a:ext>
            </a:extLst>
          </p:cNvPr>
          <p:cNvCxnSpPr>
            <a:cxnSpLocks noChangeShapeType="1"/>
            <a:stCxn id="673799" idx="4"/>
            <a:endCxn id="673800"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3814" name="AutoShape 22">
            <a:extLst>
              <a:ext uri="{FF2B5EF4-FFF2-40B4-BE49-F238E27FC236}">
                <a16:creationId xmlns:a16="http://schemas.microsoft.com/office/drawing/2014/main" id="{CA02F4B8-D8B6-B526-EAD3-2EC733544CBC}"/>
              </a:ext>
            </a:extLst>
          </p:cNvPr>
          <p:cNvCxnSpPr>
            <a:cxnSpLocks noChangeShapeType="1"/>
            <a:stCxn id="673800" idx="6"/>
            <a:endCxn id="673802"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3815" name="AutoShape 23">
            <a:extLst>
              <a:ext uri="{FF2B5EF4-FFF2-40B4-BE49-F238E27FC236}">
                <a16:creationId xmlns:a16="http://schemas.microsoft.com/office/drawing/2014/main" id="{F1E1A69C-0628-04AC-20FF-01320888FE45}"/>
              </a:ext>
            </a:extLst>
          </p:cNvPr>
          <p:cNvCxnSpPr>
            <a:cxnSpLocks noChangeShapeType="1"/>
            <a:stCxn id="673798" idx="6"/>
            <a:endCxn id="673796"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3816" name="AutoShape 24">
            <a:extLst>
              <a:ext uri="{FF2B5EF4-FFF2-40B4-BE49-F238E27FC236}">
                <a16:creationId xmlns:a16="http://schemas.microsoft.com/office/drawing/2014/main" id="{A504273B-C722-A1FB-9806-92F5DC511A23}"/>
              </a:ext>
            </a:extLst>
          </p:cNvPr>
          <p:cNvCxnSpPr>
            <a:cxnSpLocks noChangeShapeType="1"/>
            <a:stCxn id="673800" idx="6"/>
            <a:endCxn id="673797"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73817" name="AutoShape 25">
            <a:extLst>
              <a:ext uri="{FF2B5EF4-FFF2-40B4-BE49-F238E27FC236}">
                <a16:creationId xmlns:a16="http://schemas.microsoft.com/office/drawing/2014/main" id="{EA26F5C8-0C23-4108-6C93-861F877F67D5}"/>
              </a:ext>
            </a:extLst>
          </p:cNvPr>
          <p:cNvCxnSpPr>
            <a:cxnSpLocks noChangeShapeType="1"/>
            <a:stCxn id="673796" idx="5"/>
            <a:endCxn id="673797"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73818" name="Text Box 26">
            <a:extLst>
              <a:ext uri="{FF2B5EF4-FFF2-40B4-BE49-F238E27FC236}">
                <a16:creationId xmlns:a16="http://schemas.microsoft.com/office/drawing/2014/main" id="{64A88494-9A9D-4BAA-ECCC-CF38B42627DB}"/>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673819" name="Text Box 27">
            <a:extLst>
              <a:ext uri="{FF2B5EF4-FFF2-40B4-BE49-F238E27FC236}">
                <a16:creationId xmlns:a16="http://schemas.microsoft.com/office/drawing/2014/main" id="{F803227E-1C8C-F395-7FCB-0DCF9B97F6C3}"/>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673820" name="Text Box 28">
            <a:extLst>
              <a:ext uri="{FF2B5EF4-FFF2-40B4-BE49-F238E27FC236}">
                <a16:creationId xmlns:a16="http://schemas.microsoft.com/office/drawing/2014/main" id="{A0FAB400-5194-1663-5434-443623472155}"/>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673821" name="Text Box 29">
            <a:extLst>
              <a:ext uri="{FF2B5EF4-FFF2-40B4-BE49-F238E27FC236}">
                <a16:creationId xmlns:a16="http://schemas.microsoft.com/office/drawing/2014/main" id="{A5C7A53B-C794-1A6C-C409-75F18791C686}"/>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673822" name="Text Box 30">
            <a:extLst>
              <a:ext uri="{FF2B5EF4-FFF2-40B4-BE49-F238E27FC236}">
                <a16:creationId xmlns:a16="http://schemas.microsoft.com/office/drawing/2014/main" id="{451D8584-A7BE-EBFD-9010-47A03840E928}"/>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673823" name="Text Box 31">
            <a:extLst>
              <a:ext uri="{FF2B5EF4-FFF2-40B4-BE49-F238E27FC236}">
                <a16:creationId xmlns:a16="http://schemas.microsoft.com/office/drawing/2014/main" id="{34FEB554-48A5-DCC5-C246-31D6E182C028}"/>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673824" name="Text Box 32">
            <a:extLst>
              <a:ext uri="{FF2B5EF4-FFF2-40B4-BE49-F238E27FC236}">
                <a16:creationId xmlns:a16="http://schemas.microsoft.com/office/drawing/2014/main" id="{975CBA72-3C30-F901-8041-8DD9589F7C46}"/>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673825" name="Text Box 33">
            <a:extLst>
              <a:ext uri="{FF2B5EF4-FFF2-40B4-BE49-F238E27FC236}">
                <a16:creationId xmlns:a16="http://schemas.microsoft.com/office/drawing/2014/main" id="{7843628F-C93E-B930-92F8-F10843664845}"/>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673826" name="Text Box 34">
            <a:extLst>
              <a:ext uri="{FF2B5EF4-FFF2-40B4-BE49-F238E27FC236}">
                <a16:creationId xmlns:a16="http://schemas.microsoft.com/office/drawing/2014/main" id="{CE465E1C-5D26-9382-B3B3-4B007B6EE65B}"/>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673827" name="Text Box 35">
            <a:extLst>
              <a:ext uri="{FF2B5EF4-FFF2-40B4-BE49-F238E27FC236}">
                <a16:creationId xmlns:a16="http://schemas.microsoft.com/office/drawing/2014/main" id="{9627A57A-C386-8E71-3BF7-EE1717CE85B2}"/>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673828" name="Text Box 36">
            <a:extLst>
              <a:ext uri="{FF2B5EF4-FFF2-40B4-BE49-F238E27FC236}">
                <a16:creationId xmlns:a16="http://schemas.microsoft.com/office/drawing/2014/main" id="{F3B28504-45AE-C3C6-059E-786E8340C277}"/>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673829" name="Text Box 37">
            <a:extLst>
              <a:ext uri="{FF2B5EF4-FFF2-40B4-BE49-F238E27FC236}">
                <a16:creationId xmlns:a16="http://schemas.microsoft.com/office/drawing/2014/main" id="{CF701B3F-658E-C979-C5F4-4F7420FFE0A4}"/>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673830" name="Text Box 38">
            <a:extLst>
              <a:ext uri="{FF2B5EF4-FFF2-40B4-BE49-F238E27FC236}">
                <a16:creationId xmlns:a16="http://schemas.microsoft.com/office/drawing/2014/main" id="{B381A6DB-5B03-BB54-BB33-123663A1F542}"/>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73831" name="Text Box 39">
            <a:extLst>
              <a:ext uri="{FF2B5EF4-FFF2-40B4-BE49-F238E27FC236}">
                <a16:creationId xmlns:a16="http://schemas.microsoft.com/office/drawing/2014/main" id="{BA3CC3F6-071C-66E5-0D29-E3478583EB58}"/>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673832" name="Text Box 40">
            <a:extLst>
              <a:ext uri="{FF2B5EF4-FFF2-40B4-BE49-F238E27FC236}">
                <a16:creationId xmlns:a16="http://schemas.microsoft.com/office/drawing/2014/main" id="{D6C72C08-782B-8E67-65B4-6D573715F517}"/>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673833" name="Text Box 41">
            <a:extLst>
              <a:ext uri="{FF2B5EF4-FFF2-40B4-BE49-F238E27FC236}">
                <a16:creationId xmlns:a16="http://schemas.microsoft.com/office/drawing/2014/main" id="{1F65D9B8-72F0-8E4E-AC1A-E3ED31ED2760}"/>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( 18, 19, 20, 23, 30, 44 )</a:t>
            </a:r>
          </a:p>
        </p:txBody>
      </p:sp>
      <p:sp>
        <p:nvSpPr>
          <p:cNvPr id="673835" name="Text Box 43">
            <a:extLst>
              <a:ext uri="{FF2B5EF4-FFF2-40B4-BE49-F238E27FC236}">
                <a16:creationId xmlns:a16="http://schemas.microsoft.com/office/drawing/2014/main" id="{D17984C0-833E-5A51-A50D-1B97A4A8D8A7}"/>
              </a:ext>
            </a:extLst>
          </p:cNvPr>
          <p:cNvSpPr txBox="1">
            <a:spLocks noChangeArrowheads="1"/>
          </p:cNvSpPr>
          <p:nvPr/>
        </p:nvSpPr>
        <p:spPr bwMode="auto">
          <a:xfrm>
            <a:off x="4953000" y="2819400"/>
            <a:ext cx="12779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p>
            <a:r>
              <a:rPr lang="en-US" altLang="en-US" sz="1600">
                <a:solidFill>
                  <a:schemeClr val="accent1"/>
                </a:solidFill>
              </a:rPr>
              <a:t>PQdelmin()</a:t>
            </a:r>
            <a:endParaRPr lang="en-US" altLang="en-US"/>
          </a:p>
        </p:txBody>
      </p:sp>
      <p:sp>
        <p:nvSpPr>
          <p:cNvPr id="673836" name="AutoShape 44">
            <a:extLst>
              <a:ext uri="{FF2B5EF4-FFF2-40B4-BE49-F238E27FC236}">
                <a16:creationId xmlns:a16="http://schemas.microsoft.com/office/drawing/2014/main" id="{25E985E3-ADBD-BF54-F906-7F63901F4356}"/>
              </a:ext>
            </a:extLst>
          </p:cNvPr>
          <p:cNvSpPr>
            <a:spLocks noChangeArrowheads="1"/>
          </p:cNvSpPr>
          <p:nvPr/>
        </p:nvSpPr>
        <p:spPr bwMode="auto">
          <a:xfrm rot="19947746">
            <a:off x="6248401" y="3200401"/>
            <a:ext cx="174625" cy="314325"/>
          </a:xfrm>
          <a:prstGeom prst="downArrow">
            <a:avLst>
              <a:gd name="adj1" fmla="val 50000"/>
              <a:gd name="adj2" fmla="val 45000"/>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7B82A922-7E23-35D0-B782-1EB0621DA37C}"/>
              </a:ext>
            </a:extLst>
          </p:cNvPr>
          <p:cNvSpPr>
            <a:spLocks noGrp="1"/>
          </p:cNvSpPr>
          <p:nvPr>
            <p:ph type="sldNum" sz="quarter" idx="10"/>
          </p:nvPr>
        </p:nvSpPr>
        <p:spPr/>
        <p:txBody>
          <a:bodyPr/>
          <a:lstStyle/>
          <a:p>
            <a:fld id="{858CCA8D-D192-466F-8A56-DCEB6AC73539}" type="slidenum">
              <a:rPr lang="en-US" altLang="en-US"/>
              <a:pPr/>
              <a:t>49</a:t>
            </a:fld>
            <a:endParaRPr lang="en-US" altLang="en-US" sz="1400"/>
          </a:p>
        </p:txBody>
      </p:sp>
      <p:sp>
        <p:nvSpPr>
          <p:cNvPr id="573442" name="Rectangle 2">
            <a:extLst>
              <a:ext uri="{FF2B5EF4-FFF2-40B4-BE49-F238E27FC236}">
                <a16:creationId xmlns:a16="http://schemas.microsoft.com/office/drawing/2014/main" id="{A8EBDC30-8576-DA93-8112-D6A8BC919095}"/>
              </a:ext>
            </a:extLst>
          </p:cNvPr>
          <p:cNvSpPr>
            <a:spLocks noGrp="1" noChangeArrowheads="1"/>
          </p:cNvSpPr>
          <p:nvPr>
            <p:ph type="title"/>
          </p:nvPr>
        </p:nvSpPr>
        <p:spPr/>
        <p:txBody>
          <a:bodyPr>
            <a:normAutofit fontScale="90000"/>
          </a:bodyPr>
          <a:lstStyle/>
          <a:p>
            <a:r>
              <a:rPr lang="en-US" altLang="en-US"/>
              <a:t>Kruskal's Minimum Spanning Tree Algorithm</a:t>
            </a:r>
          </a:p>
        </p:txBody>
      </p:sp>
      <p:sp>
        <p:nvSpPr>
          <p:cNvPr id="573443" name="Oval 3">
            <a:extLst>
              <a:ext uri="{FF2B5EF4-FFF2-40B4-BE49-F238E27FC236}">
                <a16:creationId xmlns:a16="http://schemas.microsoft.com/office/drawing/2014/main" id="{84A2024A-3918-5B3E-83C9-37A5A96EF261}"/>
              </a:ext>
            </a:extLst>
          </p:cNvPr>
          <p:cNvSpPr>
            <a:spLocks noChangeArrowheads="1"/>
          </p:cNvSpPr>
          <p:nvPr/>
        </p:nvSpPr>
        <p:spPr bwMode="auto">
          <a:xfrm>
            <a:off x="1824039" y="3400426"/>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1</a:t>
            </a:r>
          </a:p>
        </p:txBody>
      </p:sp>
      <p:sp>
        <p:nvSpPr>
          <p:cNvPr id="573444" name="Oval 4">
            <a:extLst>
              <a:ext uri="{FF2B5EF4-FFF2-40B4-BE49-F238E27FC236}">
                <a16:creationId xmlns:a16="http://schemas.microsoft.com/office/drawing/2014/main" id="{1AE66CF9-AB72-D4E1-DD05-A717B3A742E9}"/>
              </a:ext>
            </a:extLst>
          </p:cNvPr>
          <p:cNvSpPr>
            <a:spLocks noChangeArrowheads="1"/>
          </p:cNvSpPr>
          <p:nvPr/>
        </p:nvSpPr>
        <p:spPr bwMode="auto">
          <a:xfrm>
            <a:off x="9491664"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3</a:t>
            </a:r>
          </a:p>
        </p:txBody>
      </p:sp>
      <p:sp>
        <p:nvSpPr>
          <p:cNvPr id="573445" name="Oval 5">
            <a:extLst>
              <a:ext uri="{FF2B5EF4-FFF2-40B4-BE49-F238E27FC236}">
                <a16:creationId xmlns:a16="http://schemas.microsoft.com/office/drawing/2014/main" id="{DC386B37-5397-CC3B-9657-1EBAB6B72C49}"/>
              </a:ext>
            </a:extLst>
          </p:cNvPr>
          <p:cNvSpPr>
            <a:spLocks noChangeArrowheads="1"/>
          </p:cNvSpPr>
          <p:nvPr/>
        </p:nvSpPr>
        <p:spPr bwMode="auto">
          <a:xfrm>
            <a:off x="9802814" y="5907089"/>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8</a:t>
            </a:r>
          </a:p>
        </p:txBody>
      </p:sp>
      <p:sp>
        <p:nvSpPr>
          <p:cNvPr id="573446" name="Oval 6">
            <a:extLst>
              <a:ext uri="{FF2B5EF4-FFF2-40B4-BE49-F238E27FC236}">
                <a16:creationId xmlns:a16="http://schemas.microsoft.com/office/drawing/2014/main" id="{E51DF45C-6D15-B483-1ED7-3C0747ED09FF}"/>
              </a:ext>
            </a:extLst>
          </p:cNvPr>
          <p:cNvSpPr>
            <a:spLocks noChangeArrowheads="1"/>
          </p:cNvSpPr>
          <p:nvPr/>
        </p:nvSpPr>
        <p:spPr bwMode="auto">
          <a:xfrm>
            <a:off x="3600451" y="2906714"/>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2</a:t>
            </a:r>
          </a:p>
        </p:txBody>
      </p:sp>
      <p:sp>
        <p:nvSpPr>
          <p:cNvPr id="573447" name="Oval 7">
            <a:extLst>
              <a:ext uri="{FF2B5EF4-FFF2-40B4-BE49-F238E27FC236}">
                <a16:creationId xmlns:a16="http://schemas.microsoft.com/office/drawing/2014/main" id="{E4AA4652-1168-BFCD-6B33-9915F75B1D25}"/>
              </a:ext>
            </a:extLst>
          </p:cNvPr>
          <p:cNvSpPr>
            <a:spLocks noChangeArrowheads="1"/>
          </p:cNvSpPr>
          <p:nvPr/>
        </p:nvSpPr>
        <p:spPr bwMode="auto">
          <a:xfrm>
            <a:off x="4406901" y="40767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6</a:t>
            </a:r>
          </a:p>
        </p:txBody>
      </p:sp>
      <p:sp>
        <p:nvSpPr>
          <p:cNvPr id="573448" name="Oval 8">
            <a:extLst>
              <a:ext uri="{FF2B5EF4-FFF2-40B4-BE49-F238E27FC236}">
                <a16:creationId xmlns:a16="http://schemas.microsoft.com/office/drawing/2014/main" id="{A2E67941-B72C-5E37-0F72-9457A9B8F6FF}"/>
              </a:ext>
            </a:extLst>
          </p:cNvPr>
          <p:cNvSpPr>
            <a:spLocks noChangeArrowheads="1"/>
          </p:cNvSpPr>
          <p:nvPr/>
        </p:nvSpPr>
        <p:spPr bwMode="auto">
          <a:xfrm>
            <a:off x="3662364" y="601980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7</a:t>
            </a:r>
          </a:p>
        </p:txBody>
      </p:sp>
      <p:sp>
        <p:nvSpPr>
          <p:cNvPr id="573449" name="Oval 9">
            <a:extLst>
              <a:ext uri="{FF2B5EF4-FFF2-40B4-BE49-F238E27FC236}">
                <a16:creationId xmlns:a16="http://schemas.microsoft.com/office/drawing/2014/main" id="{09B4CAA4-FFD8-82F1-99EF-067CD65FF4BE}"/>
              </a:ext>
            </a:extLst>
          </p:cNvPr>
          <p:cNvSpPr>
            <a:spLocks noChangeArrowheads="1"/>
          </p:cNvSpPr>
          <p:nvPr/>
        </p:nvSpPr>
        <p:spPr bwMode="auto">
          <a:xfrm>
            <a:off x="8548689" y="44259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4</a:t>
            </a:r>
          </a:p>
        </p:txBody>
      </p:sp>
      <p:sp>
        <p:nvSpPr>
          <p:cNvPr id="573450" name="Oval 10">
            <a:extLst>
              <a:ext uri="{FF2B5EF4-FFF2-40B4-BE49-F238E27FC236}">
                <a16:creationId xmlns:a16="http://schemas.microsoft.com/office/drawing/2014/main" id="{7F903EAF-F59B-8A92-E0FC-D2AA64D54DA7}"/>
              </a:ext>
            </a:extLst>
          </p:cNvPr>
          <p:cNvSpPr>
            <a:spLocks noChangeArrowheads="1"/>
          </p:cNvSpPr>
          <p:nvPr/>
        </p:nvSpPr>
        <p:spPr bwMode="auto">
          <a:xfrm>
            <a:off x="5813426" y="4768851"/>
            <a:ext cx="301625" cy="301625"/>
          </a:xfrm>
          <a:prstGeom prst="ellipse">
            <a:avLst/>
          </a:prstGeom>
          <a:solidFill>
            <a:schemeClr val="tx2"/>
          </a:solidFill>
          <a:ln w="1587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1600"/>
              <a:t>5</a:t>
            </a:r>
          </a:p>
        </p:txBody>
      </p:sp>
      <p:cxnSp>
        <p:nvCxnSpPr>
          <p:cNvPr id="573451" name="AutoShape 11">
            <a:extLst>
              <a:ext uri="{FF2B5EF4-FFF2-40B4-BE49-F238E27FC236}">
                <a16:creationId xmlns:a16="http://schemas.microsoft.com/office/drawing/2014/main" id="{4E75BE3F-4B1C-54CE-C741-80960A8A3C87}"/>
              </a:ext>
            </a:extLst>
          </p:cNvPr>
          <p:cNvCxnSpPr>
            <a:cxnSpLocks noChangeShapeType="1"/>
            <a:stCxn id="573443" idx="7"/>
            <a:endCxn id="573446" idx="2"/>
          </p:cNvCxnSpPr>
          <p:nvPr/>
        </p:nvCxnSpPr>
        <p:spPr bwMode="auto">
          <a:xfrm flipV="1">
            <a:off x="2081213" y="3057526"/>
            <a:ext cx="1511300" cy="379413"/>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3452" name="AutoShape 12">
            <a:extLst>
              <a:ext uri="{FF2B5EF4-FFF2-40B4-BE49-F238E27FC236}">
                <a16:creationId xmlns:a16="http://schemas.microsoft.com/office/drawing/2014/main" id="{3C46B83E-67E1-DA1A-F3A0-3F801FC30A35}"/>
              </a:ext>
            </a:extLst>
          </p:cNvPr>
          <p:cNvCxnSpPr>
            <a:cxnSpLocks noChangeShapeType="1"/>
            <a:stCxn id="573443" idx="6"/>
            <a:endCxn id="573447" idx="1"/>
          </p:cNvCxnSpPr>
          <p:nvPr/>
        </p:nvCxnSpPr>
        <p:spPr bwMode="auto">
          <a:xfrm>
            <a:off x="2133600" y="3551239"/>
            <a:ext cx="2317750" cy="561975"/>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3453" name="AutoShape 13">
            <a:extLst>
              <a:ext uri="{FF2B5EF4-FFF2-40B4-BE49-F238E27FC236}">
                <a16:creationId xmlns:a16="http://schemas.microsoft.com/office/drawing/2014/main" id="{6307D3B8-FF04-8D42-077C-2549885A6528}"/>
              </a:ext>
            </a:extLst>
          </p:cNvPr>
          <p:cNvCxnSpPr>
            <a:cxnSpLocks noChangeShapeType="1"/>
            <a:stCxn id="573443" idx="5"/>
            <a:endCxn id="573448" idx="0"/>
          </p:cNvCxnSpPr>
          <p:nvPr/>
        </p:nvCxnSpPr>
        <p:spPr bwMode="auto">
          <a:xfrm>
            <a:off x="2081213" y="3665539"/>
            <a:ext cx="1731962" cy="2346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3454" name="AutoShape 14">
            <a:extLst>
              <a:ext uri="{FF2B5EF4-FFF2-40B4-BE49-F238E27FC236}">
                <a16:creationId xmlns:a16="http://schemas.microsoft.com/office/drawing/2014/main" id="{75653976-8AA7-F88A-C21F-CA3C22496387}"/>
              </a:ext>
            </a:extLst>
          </p:cNvPr>
          <p:cNvCxnSpPr>
            <a:cxnSpLocks noChangeShapeType="1"/>
            <a:stCxn id="573447" idx="7"/>
            <a:endCxn id="573444" idx="2"/>
          </p:cNvCxnSpPr>
          <p:nvPr/>
        </p:nvCxnSpPr>
        <p:spPr bwMode="auto">
          <a:xfrm flipV="1">
            <a:off x="4664075" y="3057525"/>
            <a:ext cx="4819650" cy="10556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3455" name="AutoShape 15">
            <a:extLst>
              <a:ext uri="{FF2B5EF4-FFF2-40B4-BE49-F238E27FC236}">
                <a16:creationId xmlns:a16="http://schemas.microsoft.com/office/drawing/2014/main" id="{74EC85B9-E6BE-2EEB-ED60-72A715114CE5}"/>
              </a:ext>
            </a:extLst>
          </p:cNvPr>
          <p:cNvCxnSpPr>
            <a:cxnSpLocks noChangeShapeType="1"/>
            <a:stCxn id="573449" idx="7"/>
            <a:endCxn id="573444" idx="4"/>
          </p:cNvCxnSpPr>
          <p:nvPr/>
        </p:nvCxnSpPr>
        <p:spPr bwMode="auto">
          <a:xfrm flipV="1">
            <a:off x="8805863" y="3216275"/>
            <a:ext cx="836612" cy="124618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3456" name="AutoShape 16">
            <a:extLst>
              <a:ext uri="{FF2B5EF4-FFF2-40B4-BE49-F238E27FC236}">
                <a16:creationId xmlns:a16="http://schemas.microsoft.com/office/drawing/2014/main" id="{3811A626-12A2-9573-3384-AF41ABD96C6A}"/>
              </a:ext>
            </a:extLst>
          </p:cNvPr>
          <p:cNvCxnSpPr>
            <a:cxnSpLocks noChangeShapeType="1"/>
            <a:stCxn id="573447" idx="5"/>
            <a:endCxn id="573450" idx="1"/>
          </p:cNvCxnSpPr>
          <p:nvPr/>
        </p:nvCxnSpPr>
        <p:spPr bwMode="auto">
          <a:xfrm>
            <a:off x="4664075" y="4341813"/>
            <a:ext cx="1193800" cy="4635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3457" name="AutoShape 17">
            <a:extLst>
              <a:ext uri="{FF2B5EF4-FFF2-40B4-BE49-F238E27FC236}">
                <a16:creationId xmlns:a16="http://schemas.microsoft.com/office/drawing/2014/main" id="{258CEB18-3180-CD96-6687-203BC42AE3BE}"/>
              </a:ext>
            </a:extLst>
          </p:cNvPr>
          <p:cNvCxnSpPr>
            <a:cxnSpLocks noChangeShapeType="1"/>
            <a:stCxn id="573450" idx="5"/>
            <a:endCxn id="573445" idx="2"/>
          </p:cNvCxnSpPr>
          <p:nvPr/>
        </p:nvCxnSpPr>
        <p:spPr bwMode="auto">
          <a:xfrm>
            <a:off x="6070601" y="5033964"/>
            <a:ext cx="3724275" cy="102393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3458" name="AutoShape 18">
            <a:extLst>
              <a:ext uri="{FF2B5EF4-FFF2-40B4-BE49-F238E27FC236}">
                <a16:creationId xmlns:a16="http://schemas.microsoft.com/office/drawing/2014/main" id="{4985B13F-3367-B682-659C-BEF834FABFCC}"/>
              </a:ext>
            </a:extLst>
          </p:cNvPr>
          <p:cNvCxnSpPr>
            <a:cxnSpLocks noChangeShapeType="1"/>
            <a:stCxn id="573450" idx="6"/>
            <a:endCxn id="573449" idx="2"/>
          </p:cNvCxnSpPr>
          <p:nvPr/>
        </p:nvCxnSpPr>
        <p:spPr bwMode="auto">
          <a:xfrm flipV="1">
            <a:off x="6122988" y="4576763"/>
            <a:ext cx="2417762" cy="3429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3459" name="AutoShape 19">
            <a:extLst>
              <a:ext uri="{FF2B5EF4-FFF2-40B4-BE49-F238E27FC236}">
                <a16:creationId xmlns:a16="http://schemas.microsoft.com/office/drawing/2014/main" id="{8EB9DDFB-779D-7447-A5EA-59413B3D7CB1}"/>
              </a:ext>
            </a:extLst>
          </p:cNvPr>
          <p:cNvCxnSpPr>
            <a:cxnSpLocks noChangeShapeType="1"/>
            <a:stCxn id="573449" idx="4"/>
            <a:endCxn id="573445" idx="1"/>
          </p:cNvCxnSpPr>
          <p:nvPr/>
        </p:nvCxnSpPr>
        <p:spPr bwMode="auto">
          <a:xfrm>
            <a:off x="8699501" y="4735514"/>
            <a:ext cx="1147763" cy="1208087"/>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3460" name="AutoShape 20">
            <a:extLst>
              <a:ext uri="{FF2B5EF4-FFF2-40B4-BE49-F238E27FC236}">
                <a16:creationId xmlns:a16="http://schemas.microsoft.com/office/drawing/2014/main" id="{6D1188E5-8DCF-1DEE-BF21-1BFF6D7E3055}"/>
              </a:ext>
            </a:extLst>
          </p:cNvPr>
          <p:cNvCxnSpPr>
            <a:cxnSpLocks noChangeShapeType="1"/>
            <a:stCxn id="573444" idx="3"/>
            <a:endCxn id="573450" idx="7"/>
          </p:cNvCxnSpPr>
          <p:nvPr/>
        </p:nvCxnSpPr>
        <p:spPr bwMode="auto">
          <a:xfrm flipH="1">
            <a:off x="6070601" y="3171825"/>
            <a:ext cx="3465513" cy="1633538"/>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3461" name="AutoShape 21">
            <a:extLst>
              <a:ext uri="{FF2B5EF4-FFF2-40B4-BE49-F238E27FC236}">
                <a16:creationId xmlns:a16="http://schemas.microsoft.com/office/drawing/2014/main" id="{DAD6F027-EFF9-B13E-94AC-73A5BAA3B7DD}"/>
              </a:ext>
            </a:extLst>
          </p:cNvPr>
          <p:cNvCxnSpPr>
            <a:cxnSpLocks noChangeShapeType="1"/>
            <a:stCxn id="573447" idx="4"/>
            <a:endCxn id="573448" idx="7"/>
          </p:cNvCxnSpPr>
          <p:nvPr/>
        </p:nvCxnSpPr>
        <p:spPr bwMode="auto">
          <a:xfrm flipH="1">
            <a:off x="3919539" y="4386263"/>
            <a:ext cx="638175" cy="1670050"/>
          </a:xfrm>
          <a:prstGeom prst="straightConnector1">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3462" name="AutoShape 22">
            <a:extLst>
              <a:ext uri="{FF2B5EF4-FFF2-40B4-BE49-F238E27FC236}">
                <a16:creationId xmlns:a16="http://schemas.microsoft.com/office/drawing/2014/main" id="{11AD54D9-9C6C-4BEB-2799-763457ED6884}"/>
              </a:ext>
            </a:extLst>
          </p:cNvPr>
          <p:cNvCxnSpPr>
            <a:cxnSpLocks noChangeShapeType="1"/>
            <a:stCxn id="573448" idx="6"/>
            <a:endCxn id="573450" idx="2"/>
          </p:cNvCxnSpPr>
          <p:nvPr/>
        </p:nvCxnSpPr>
        <p:spPr bwMode="auto">
          <a:xfrm flipV="1">
            <a:off x="3971926" y="4919663"/>
            <a:ext cx="1833563" cy="125095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3463" name="AutoShape 23">
            <a:extLst>
              <a:ext uri="{FF2B5EF4-FFF2-40B4-BE49-F238E27FC236}">
                <a16:creationId xmlns:a16="http://schemas.microsoft.com/office/drawing/2014/main" id="{1D31CBFC-1289-1BB3-C134-8508CBF73618}"/>
              </a:ext>
            </a:extLst>
          </p:cNvPr>
          <p:cNvCxnSpPr>
            <a:cxnSpLocks noChangeShapeType="1"/>
            <a:stCxn id="573446" idx="6"/>
            <a:endCxn id="573444" idx="1"/>
          </p:cNvCxnSpPr>
          <p:nvPr/>
        </p:nvCxnSpPr>
        <p:spPr bwMode="auto">
          <a:xfrm flipV="1">
            <a:off x="3910013" y="2943225"/>
            <a:ext cx="5626100" cy="114300"/>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3464" name="AutoShape 24">
            <a:extLst>
              <a:ext uri="{FF2B5EF4-FFF2-40B4-BE49-F238E27FC236}">
                <a16:creationId xmlns:a16="http://schemas.microsoft.com/office/drawing/2014/main" id="{B6A28B92-BDF5-7F8A-E840-097577F8905B}"/>
              </a:ext>
            </a:extLst>
          </p:cNvPr>
          <p:cNvCxnSpPr>
            <a:cxnSpLocks noChangeShapeType="1"/>
            <a:stCxn id="573448" idx="6"/>
            <a:endCxn id="573445" idx="3"/>
          </p:cNvCxnSpPr>
          <p:nvPr/>
        </p:nvCxnSpPr>
        <p:spPr bwMode="auto">
          <a:xfrm>
            <a:off x="3971925" y="6170614"/>
            <a:ext cx="5875338" cy="1587"/>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3465" name="AutoShape 25">
            <a:extLst>
              <a:ext uri="{FF2B5EF4-FFF2-40B4-BE49-F238E27FC236}">
                <a16:creationId xmlns:a16="http://schemas.microsoft.com/office/drawing/2014/main" id="{A9B0566E-A816-485C-138E-7BA0F300436A}"/>
              </a:ext>
            </a:extLst>
          </p:cNvPr>
          <p:cNvCxnSpPr>
            <a:cxnSpLocks noChangeShapeType="1"/>
            <a:stCxn id="573444" idx="5"/>
            <a:endCxn id="573445" idx="0"/>
          </p:cNvCxnSpPr>
          <p:nvPr/>
        </p:nvCxnSpPr>
        <p:spPr bwMode="auto">
          <a:xfrm>
            <a:off x="9748839" y="3171826"/>
            <a:ext cx="204787" cy="2727325"/>
          </a:xfrm>
          <a:prstGeom prst="straightConnector1">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73466" name="Text Box 26">
            <a:extLst>
              <a:ext uri="{FF2B5EF4-FFF2-40B4-BE49-F238E27FC236}">
                <a16:creationId xmlns:a16="http://schemas.microsoft.com/office/drawing/2014/main" id="{58ACF306-9ED5-A7FD-B952-EF2372467E45}"/>
              </a:ext>
            </a:extLst>
          </p:cNvPr>
          <p:cNvSpPr txBox="1">
            <a:spLocks noChangeArrowheads="1"/>
          </p:cNvSpPr>
          <p:nvPr/>
        </p:nvSpPr>
        <p:spPr bwMode="auto">
          <a:xfrm>
            <a:off x="6383339" y="2906713"/>
            <a:ext cx="4016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23</a:t>
            </a:r>
          </a:p>
        </p:txBody>
      </p:sp>
      <p:sp>
        <p:nvSpPr>
          <p:cNvPr id="573467" name="Text Box 27">
            <a:extLst>
              <a:ext uri="{FF2B5EF4-FFF2-40B4-BE49-F238E27FC236}">
                <a16:creationId xmlns:a16="http://schemas.microsoft.com/office/drawing/2014/main" id="{A69593F3-1061-8657-4B5F-F37FF2F5405B}"/>
              </a:ext>
            </a:extLst>
          </p:cNvPr>
          <p:cNvSpPr txBox="1">
            <a:spLocks noChangeArrowheads="1"/>
          </p:cNvSpPr>
          <p:nvPr/>
        </p:nvSpPr>
        <p:spPr bwMode="auto">
          <a:xfrm>
            <a:off x="6318250" y="360680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18</a:t>
            </a:r>
          </a:p>
        </p:txBody>
      </p:sp>
      <p:sp>
        <p:nvSpPr>
          <p:cNvPr id="573468" name="Text Box 28">
            <a:extLst>
              <a:ext uri="{FF2B5EF4-FFF2-40B4-BE49-F238E27FC236}">
                <a16:creationId xmlns:a16="http://schemas.microsoft.com/office/drawing/2014/main" id="{6F88899F-C86E-DB2D-6DC6-C06C7EED15AB}"/>
              </a:ext>
            </a:extLst>
          </p:cNvPr>
          <p:cNvSpPr txBox="1">
            <a:spLocks noChangeArrowheads="1"/>
          </p:cNvSpPr>
          <p:nvPr/>
        </p:nvSpPr>
        <p:spPr bwMode="auto">
          <a:xfrm>
            <a:off x="7515225" y="39528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a:t>
            </a:r>
          </a:p>
        </p:txBody>
      </p:sp>
      <p:sp>
        <p:nvSpPr>
          <p:cNvPr id="573469" name="Text Box 29">
            <a:extLst>
              <a:ext uri="{FF2B5EF4-FFF2-40B4-BE49-F238E27FC236}">
                <a16:creationId xmlns:a16="http://schemas.microsoft.com/office/drawing/2014/main" id="{6D6E9CC4-73E7-A12E-0107-A64042696F57}"/>
              </a:ext>
            </a:extLst>
          </p:cNvPr>
          <p:cNvSpPr txBox="1">
            <a:spLocks noChangeArrowheads="1"/>
          </p:cNvSpPr>
          <p:nvPr/>
        </p:nvSpPr>
        <p:spPr bwMode="auto">
          <a:xfrm>
            <a:off x="2732089" y="3135313"/>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9</a:t>
            </a:r>
          </a:p>
        </p:txBody>
      </p:sp>
      <p:sp>
        <p:nvSpPr>
          <p:cNvPr id="573470" name="Text Box 30">
            <a:extLst>
              <a:ext uri="{FF2B5EF4-FFF2-40B4-BE49-F238E27FC236}">
                <a16:creationId xmlns:a16="http://schemas.microsoft.com/office/drawing/2014/main" id="{ABCED3C1-FA93-68F4-EE86-4760F23972E2}"/>
              </a:ext>
            </a:extLst>
          </p:cNvPr>
          <p:cNvSpPr txBox="1">
            <a:spLocks noChangeArrowheads="1"/>
          </p:cNvSpPr>
          <p:nvPr/>
        </p:nvSpPr>
        <p:spPr bwMode="auto">
          <a:xfrm>
            <a:off x="3287714" y="3792538"/>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14</a:t>
            </a:r>
          </a:p>
        </p:txBody>
      </p:sp>
      <p:sp>
        <p:nvSpPr>
          <p:cNvPr id="573471" name="Text Box 31">
            <a:extLst>
              <a:ext uri="{FF2B5EF4-FFF2-40B4-BE49-F238E27FC236}">
                <a16:creationId xmlns:a16="http://schemas.microsoft.com/office/drawing/2014/main" id="{4E49AD97-A70D-3FFB-36AA-D128DF6701BE}"/>
              </a:ext>
            </a:extLst>
          </p:cNvPr>
          <p:cNvSpPr txBox="1">
            <a:spLocks noChangeArrowheads="1"/>
          </p:cNvSpPr>
          <p:nvPr/>
        </p:nvSpPr>
        <p:spPr bwMode="auto">
          <a:xfrm>
            <a:off x="2817814" y="4806950"/>
            <a:ext cx="325437" cy="274638"/>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14</a:t>
            </a:r>
          </a:p>
        </p:txBody>
      </p:sp>
      <p:sp>
        <p:nvSpPr>
          <p:cNvPr id="573472" name="Text Box 32">
            <a:extLst>
              <a:ext uri="{FF2B5EF4-FFF2-40B4-BE49-F238E27FC236}">
                <a16:creationId xmlns:a16="http://schemas.microsoft.com/office/drawing/2014/main" id="{61F77620-B16B-A3F4-4704-37736E02C5AC}"/>
              </a:ext>
            </a:extLst>
          </p:cNvPr>
          <p:cNvSpPr txBox="1">
            <a:spLocks noChangeArrowheads="1"/>
          </p:cNvSpPr>
          <p:nvPr/>
        </p:nvSpPr>
        <p:spPr bwMode="auto">
          <a:xfrm>
            <a:off x="4103689" y="4984751"/>
            <a:ext cx="325437"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p>
            <a:pPr algn="ctr">
              <a:spcBef>
                <a:spcPct val="50000"/>
              </a:spcBef>
            </a:pPr>
            <a:r>
              <a:rPr lang="en-US" altLang="en-US" sz="1200"/>
              <a:t> 5</a:t>
            </a:r>
          </a:p>
        </p:txBody>
      </p:sp>
      <p:sp>
        <p:nvSpPr>
          <p:cNvPr id="573473" name="Text Box 33">
            <a:extLst>
              <a:ext uri="{FF2B5EF4-FFF2-40B4-BE49-F238E27FC236}">
                <a16:creationId xmlns:a16="http://schemas.microsoft.com/office/drawing/2014/main" id="{12D1FCD7-6E3D-9159-1516-F199164BE77E}"/>
              </a:ext>
            </a:extLst>
          </p:cNvPr>
          <p:cNvSpPr txBox="1">
            <a:spLocks noChangeArrowheads="1"/>
          </p:cNvSpPr>
          <p:nvPr/>
        </p:nvSpPr>
        <p:spPr bwMode="auto">
          <a:xfrm>
            <a:off x="5041901" y="4494213"/>
            <a:ext cx="417513"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30</a:t>
            </a:r>
          </a:p>
        </p:txBody>
      </p:sp>
      <p:sp>
        <p:nvSpPr>
          <p:cNvPr id="573474" name="Text Box 34">
            <a:extLst>
              <a:ext uri="{FF2B5EF4-FFF2-40B4-BE49-F238E27FC236}">
                <a16:creationId xmlns:a16="http://schemas.microsoft.com/office/drawing/2014/main" id="{E890A44E-664E-BDF9-7008-4C8CEE4827DB}"/>
              </a:ext>
            </a:extLst>
          </p:cNvPr>
          <p:cNvSpPr txBox="1">
            <a:spLocks noChangeArrowheads="1"/>
          </p:cNvSpPr>
          <p:nvPr/>
        </p:nvSpPr>
        <p:spPr bwMode="auto">
          <a:xfrm>
            <a:off x="4686300" y="5445125"/>
            <a:ext cx="4016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20</a:t>
            </a:r>
          </a:p>
        </p:txBody>
      </p:sp>
      <p:sp>
        <p:nvSpPr>
          <p:cNvPr id="573475" name="Text Box 35">
            <a:extLst>
              <a:ext uri="{FF2B5EF4-FFF2-40B4-BE49-F238E27FC236}">
                <a16:creationId xmlns:a16="http://schemas.microsoft.com/office/drawing/2014/main" id="{4FD4D995-74DD-6643-C3DE-F30391868F9B}"/>
              </a:ext>
            </a:extLst>
          </p:cNvPr>
          <p:cNvSpPr txBox="1">
            <a:spLocks noChangeArrowheads="1"/>
          </p:cNvSpPr>
          <p:nvPr/>
        </p:nvSpPr>
        <p:spPr bwMode="auto">
          <a:xfrm>
            <a:off x="6138863" y="6115050"/>
            <a:ext cx="398462"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44</a:t>
            </a:r>
          </a:p>
        </p:txBody>
      </p:sp>
      <p:sp>
        <p:nvSpPr>
          <p:cNvPr id="573476" name="Text Box 36">
            <a:extLst>
              <a:ext uri="{FF2B5EF4-FFF2-40B4-BE49-F238E27FC236}">
                <a16:creationId xmlns:a16="http://schemas.microsoft.com/office/drawing/2014/main" id="{D7950491-3D48-EB3E-4705-AD01640B1F41}"/>
              </a:ext>
            </a:extLst>
          </p:cNvPr>
          <p:cNvSpPr txBox="1">
            <a:spLocks noChangeArrowheads="1"/>
          </p:cNvSpPr>
          <p:nvPr/>
        </p:nvSpPr>
        <p:spPr bwMode="auto">
          <a:xfrm>
            <a:off x="7562850" y="5416550"/>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16</a:t>
            </a:r>
          </a:p>
        </p:txBody>
      </p:sp>
      <p:sp>
        <p:nvSpPr>
          <p:cNvPr id="573477" name="Text Box 37">
            <a:extLst>
              <a:ext uri="{FF2B5EF4-FFF2-40B4-BE49-F238E27FC236}">
                <a16:creationId xmlns:a16="http://schemas.microsoft.com/office/drawing/2014/main" id="{A55322A4-C137-4061-32EC-8E4D717CE4DF}"/>
              </a:ext>
            </a:extLst>
          </p:cNvPr>
          <p:cNvSpPr txBox="1">
            <a:spLocks noChangeArrowheads="1"/>
          </p:cNvSpPr>
          <p:nvPr/>
        </p:nvSpPr>
        <p:spPr bwMode="auto">
          <a:xfrm>
            <a:off x="7467600" y="4625975"/>
            <a:ext cx="325438"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11</a:t>
            </a:r>
          </a:p>
        </p:txBody>
      </p:sp>
      <p:sp>
        <p:nvSpPr>
          <p:cNvPr id="573478" name="Text Box 38">
            <a:extLst>
              <a:ext uri="{FF2B5EF4-FFF2-40B4-BE49-F238E27FC236}">
                <a16:creationId xmlns:a16="http://schemas.microsoft.com/office/drawing/2014/main" id="{41EC1307-CAD6-5252-4863-AA4B9B3FB3D6}"/>
              </a:ext>
            </a:extLst>
          </p:cNvPr>
          <p:cNvSpPr txBox="1">
            <a:spLocks noChangeArrowheads="1"/>
          </p:cNvSpPr>
          <p:nvPr/>
        </p:nvSpPr>
        <p:spPr bwMode="auto">
          <a:xfrm>
            <a:off x="8964614" y="3921125"/>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73479" name="Text Box 39">
            <a:extLst>
              <a:ext uri="{FF2B5EF4-FFF2-40B4-BE49-F238E27FC236}">
                <a16:creationId xmlns:a16="http://schemas.microsoft.com/office/drawing/2014/main" id="{F860E0E6-7325-7D98-842D-61837D94D7D5}"/>
              </a:ext>
            </a:extLst>
          </p:cNvPr>
          <p:cNvSpPr txBox="1">
            <a:spLocks noChangeArrowheads="1"/>
          </p:cNvSpPr>
          <p:nvPr/>
        </p:nvSpPr>
        <p:spPr bwMode="auto">
          <a:xfrm>
            <a:off x="9699625" y="4478339"/>
            <a:ext cx="325438" cy="276999"/>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algn="ctr">
              <a:spcBef>
                <a:spcPct val="50000"/>
              </a:spcBef>
            </a:pPr>
            <a:r>
              <a:rPr lang="en-US" altLang="en-US" sz="1200"/>
              <a:t> 19</a:t>
            </a:r>
          </a:p>
        </p:txBody>
      </p:sp>
      <p:sp>
        <p:nvSpPr>
          <p:cNvPr id="573480" name="Text Box 40">
            <a:extLst>
              <a:ext uri="{FF2B5EF4-FFF2-40B4-BE49-F238E27FC236}">
                <a16:creationId xmlns:a16="http://schemas.microsoft.com/office/drawing/2014/main" id="{96E81BD4-9F56-BC12-4411-42B32AD4D09D}"/>
              </a:ext>
            </a:extLst>
          </p:cNvPr>
          <p:cNvSpPr txBox="1">
            <a:spLocks noChangeArrowheads="1"/>
          </p:cNvSpPr>
          <p:nvPr/>
        </p:nvSpPr>
        <p:spPr bwMode="auto">
          <a:xfrm>
            <a:off x="9059864" y="5207000"/>
            <a:ext cx="325437" cy="184666"/>
          </a:xfrm>
          <a:prstGeom prst="rect">
            <a:avLst/>
          </a:prstGeom>
          <a:solidFill>
            <a:schemeClr val="bg1"/>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spcBef>
                <a:spcPct val="50000"/>
              </a:spcBef>
            </a:pPr>
            <a:r>
              <a:rPr lang="en-US" altLang="en-US" sz="1200"/>
              <a:t> 6</a:t>
            </a:r>
          </a:p>
        </p:txBody>
      </p:sp>
      <p:sp>
        <p:nvSpPr>
          <p:cNvPr id="573482" name="Text Box 42">
            <a:extLst>
              <a:ext uri="{FF2B5EF4-FFF2-40B4-BE49-F238E27FC236}">
                <a16:creationId xmlns:a16="http://schemas.microsoft.com/office/drawing/2014/main" id="{C84E70FB-592B-0556-C5D5-35D536FD9DCD}"/>
              </a:ext>
            </a:extLst>
          </p:cNvPr>
          <p:cNvSpPr txBox="1">
            <a:spLocks noChangeArrowheads="1"/>
          </p:cNvSpPr>
          <p:nvPr/>
        </p:nvSpPr>
        <p:spPr bwMode="auto">
          <a:xfrm>
            <a:off x="2971800" y="1295401"/>
            <a:ext cx="6400800" cy="366713"/>
          </a:xfrm>
          <a:prstGeom prst="rect">
            <a:avLst/>
          </a:prstGeom>
          <a:solidFill>
            <a:schemeClr val="tx2"/>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46038" rIns="182880" bIns="46038">
            <a:spAutoFit/>
          </a:bodyPr>
          <a:lstStyle/>
          <a:p>
            <a:pPr>
              <a:spcBef>
                <a:spcPct val="20000"/>
              </a:spcBef>
              <a:buClr>
                <a:srgbClr val="003399"/>
              </a:buClr>
              <a:buSzPct val="50000"/>
              <a:buFont typeface="Monotype Sorts" pitchFamily="2" charset="2"/>
              <a:buNone/>
            </a:pPr>
            <a:r>
              <a:rPr lang="en-US" altLang="en-US"/>
              <a:t>PQ = ( 19, 20, 23, 30, 44 )</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Custom 1">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33006F"/>
      </a:hlink>
      <a:folHlink>
        <a:srgbClr val="9A7B4C"/>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8674</TotalTime>
  <Words>7654</Words>
  <Application>Microsoft Office PowerPoint</Application>
  <PresentationFormat>Widescreen</PresentationFormat>
  <Paragraphs>1612</Paragraphs>
  <Slides>49</Slides>
  <Notes>14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49</vt:i4>
      </vt:variant>
    </vt:vector>
  </HeadingPairs>
  <TitlesOfParts>
    <vt:vector size="62" baseType="lpstr">
      <vt:lpstr>Calibri</vt:lpstr>
      <vt:lpstr>Cambria Math</vt:lpstr>
      <vt:lpstr>Courier New</vt:lpstr>
      <vt:lpstr>Monotype Sorts</vt:lpstr>
      <vt:lpstr>Segoe UI</vt:lpstr>
      <vt:lpstr>Segoe UI Light</vt:lpstr>
      <vt:lpstr>Segoe UI Semibold</vt:lpstr>
      <vt:lpstr>Segoe UI Semilight</vt:lpstr>
      <vt:lpstr>Times New Roman</vt:lpstr>
      <vt:lpstr>Tw Cen MT</vt:lpstr>
      <vt:lpstr>Wingdings</vt:lpstr>
      <vt:lpstr>Wingdings 3</vt:lpstr>
      <vt:lpstr>Integral</vt:lpstr>
      <vt:lpstr>Minimum Spanning Tree</vt:lpstr>
      <vt:lpstr>Four classes of graph problem</vt:lpstr>
      <vt:lpstr>Minimum Spanning Trees</vt:lpstr>
      <vt:lpstr>Minimum Spanning Trees</vt:lpstr>
      <vt:lpstr>Aside: Trees  </vt:lpstr>
      <vt:lpstr>MST Problem</vt:lpstr>
      <vt:lpstr>Example</vt:lpstr>
      <vt:lpstr>Prim’s Algorithm</vt:lpstr>
      <vt:lpstr>Code</vt:lpstr>
      <vt:lpstr>Try it Out</vt:lpstr>
      <vt:lpstr>Try it Out</vt:lpstr>
      <vt:lpstr>Does This Algorithm Always Work? </vt:lpstr>
      <vt:lpstr>A different Approach </vt:lpstr>
      <vt:lpstr>Kruskal’s Algorithm</vt:lpstr>
      <vt:lpstr>Try It Out</vt:lpstr>
      <vt:lpstr>Kruskal’s Algorithm: Running Time</vt:lpstr>
      <vt:lpstr>PowerPoint Presentation</vt:lpstr>
      <vt:lpstr>Kruskal’s Algorithm: Running Time</vt:lpstr>
      <vt:lpstr>Try it Out</vt:lpstr>
      <vt:lpstr>Aside: A Graph of Trees</vt:lpstr>
      <vt:lpstr>Appendix: MST Properties, Another MST Application</vt:lpstr>
      <vt:lpstr>Some Extra Comments</vt:lpstr>
      <vt:lpstr>Why do all of these MST Algorithms Work?</vt:lpstr>
      <vt:lpstr>One More MST application </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lpstr>Kruskal's Minimum Spanning Tree Algorithm</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Shrirang Mare</dc:creator>
  <cp:keywords/>
  <dc:description>Slide template prepared by Kasey Champion</dc:description>
  <cp:lastModifiedBy>Anh Nguyen Duc Tuan</cp:lastModifiedBy>
  <cp:revision>1131</cp:revision>
  <cp:lastPrinted>2018-11-26T22:22:08Z</cp:lastPrinted>
  <dcterms:created xsi:type="dcterms:W3CDTF">2018-03-22T00:41:11Z</dcterms:created>
  <dcterms:modified xsi:type="dcterms:W3CDTF">2025-12-17T06:36:49Z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kaseyc@microsoft.com</vt:lpwstr>
  </property>
  <property fmtid="{D5CDD505-2E9C-101B-9397-08002B2CF9AE}" pid="5" name="MSIP_Label_f42aa342-8706-4288-bd11-ebb85995028c_SetDate">
    <vt:lpwstr>2018-03-22T00:48:15.4212377Z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