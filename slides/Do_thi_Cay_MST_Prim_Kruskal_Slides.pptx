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ĐỒ THỊ – CÂY – MST – PRIM – KRUSKAL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Tổng hợp lý thuyết</a:t>
            </a:r>
          </a:p>
          <a:p>
            <a:r>
              <a:t>Toán rời rạc / CTDL &amp; GT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Đồ thị (Graph)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Định </a:t>
            </a:r>
            <a:r>
              <a:rPr dirty="0" err="1"/>
              <a:t>nghĩa</a:t>
            </a:r>
            <a:r>
              <a:rPr dirty="0"/>
              <a:t>: G = (V, E)</a:t>
            </a:r>
          </a:p>
          <a:p>
            <a:pPr marL="0" indent="0">
              <a:buNone/>
            </a:pPr>
            <a:r>
              <a:rPr dirty="0"/>
              <a:t>• V: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đỉnh</a:t>
            </a:r>
            <a:r>
              <a:rPr dirty="0"/>
              <a:t>, E: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cạnh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/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/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Khái niệm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Bậc</a:t>
            </a:r>
            <a:r>
              <a:rPr dirty="0"/>
              <a:t> </a:t>
            </a:r>
            <a:r>
              <a:rPr dirty="0" err="1"/>
              <a:t>đỉnh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đi</a:t>
            </a:r>
            <a:r>
              <a:rPr dirty="0"/>
              <a:t> (path)</a:t>
            </a:r>
          </a:p>
          <a:p>
            <a:pPr marL="0" indent="0">
              <a:buNone/>
            </a:pPr>
            <a:r>
              <a:rPr dirty="0"/>
              <a:t>• Chu </a:t>
            </a:r>
            <a:r>
              <a:rPr dirty="0" err="1"/>
              <a:t>trình</a:t>
            </a:r>
            <a:r>
              <a:rPr dirty="0"/>
              <a:t> (cycle)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thông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Cây (Tree)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hướng</a:t>
            </a:r>
            <a:endParaRPr dirty="0"/>
          </a:p>
          <a:p>
            <a:pPr marL="0" indent="0">
              <a:buNone/>
            </a:pPr>
            <a:r>
              <a:rPr dirty="0"/>
              <a:t>• Liên </a:t>
            </a:r>
            <a:r>
              <a:rPr dirty="0" err="1"/>
              <a:t>thông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chu </a:t>
            </a:r>
            <a:r>
              <a:rPr dirty="0" err="1"/>
              <a:t>trình</a:t>
            </a:r>
            <a:endParaRPr dirty="0"/>
          </a:p>
          <a:p>
            <a:pPr marL="0" indent="0">
              <a:buNone/>
            </a:pPr>
            <a:r>
              <a:rPr dirty="0"/>
              <a:t>• n </a:t>
            </a:r>
            <a:r>
              <a:rPr dirty="0" err="1"/>
              <a:t>đỉnh</a:t>
            </a:r>
            <a:r>
              <a:rPr dirty="0"/>
              <a:t> → n−1 </a:t>
            </a:r>
            <a:r>
              <a:rPr dirty="0" err="1"/>
              <a:t>cạnh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Spanning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Cây</a:t>
            </a:r>
            <a:r>
              <a:rPr dirty="0"/>
              <a:t> con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đỉnh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Không</a:t>
            </a:r>
            <a:r>
              <a:rPr dirty="0"/>
              <a:t> chu </a:t>
            </a:r>
            <a:r>
              <a:rPr dirty="0" err="1"/>
              <a:t>trình</a:t>
            </a:r>
            <a:endParaRPr dirty="0"/>
          </a:p>
          <a:p>
            <a:pPr marL="0" indent="0">
              <a:buNone/>
            </a:pPr>
            <a:r>
              <a:rPr dirty="0"/>
              <a:t>• |V| − 1 </a:t>
            </a:r>
            <a:r>
              <a:rPr dirty="0" err="1"/>
              <a:t>cạnh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 Spanning Tree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Spanning Tree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nhất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,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,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MST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Ứng dụng MST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thấp</a:t>
            </a:r>
            <a:r>
              <a:rPr dirty="0"/>
              <a:t> </a:t>
            </a:r>
            <a:r>
              <a:rPr dirty="0" err="1"/>
              <a:t>nhất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,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Cáp</a:t>
            </a:r>
            <a:r>
              <a:rPr dirty="0"/>
              <a:t> </a:t>
            </a:r>
            <a:r>
              <a:rPr dirty="0" err="1"/>
              <a:t>quang</a:t>
            </a:r>
            <a:r>
              <a:rPr dirty="0"/>
              <a:t>,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Thuật toán Prim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Greedy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1 </a:t>
            </a:r>
            <a:r>
              <a:rPr dirty="0" err="1"/>
              <a:t>đỉnh</a:t>
            </a:r>
            <a:r>
              <a:rPr dirty="0"/>
              <a:t> </a:t>
            </a: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kỳ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cây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dần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Dùng</a:t>
            </a:r>
            <a:r>
              <a:rPr dirty="0"/>
              <a:t> Priority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 – Đặc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chu </a:t>
            </a:r>
            <a:r>
              <a:rPr dirty="0" err="1"/>
              <a:t>trình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dày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: O(E log 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Thuật toán Kruskal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Greedy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Sắp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cạnh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cạnh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chu </a:t>
            </a:r>
            <a:r>
              <a:rPr dirty="0" err="1"/>
              <a:t>trình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Dùng</a:t>
            </a:r>
            <a:r>
              <a:rPr dirty="0"/>
              <a:t> Union-Find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Kruskal – Đặc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đỉnh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đầu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thưa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: O(E log 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 Prim &amp; Kruskal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Prim: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đỉnh</a:t>
            </a:r>
            <a:endParaRPr dirty="0"/>
          </a:p>
          <a:p>
            <a:pPr marL="400050" lvl="1" indent="0">
              <a:buNone/>
            </a:pPr>
            <a:r>
              <a:rPr dirty="0"/>
              <a:t>• Vertex-based</a:t>
            </a:r>
          </a:p>
          <a:p>
            <a:endParaRPr dirty="0"/>
          </a:p>
          <a:p>
            <a:r>
              <a:rPr dirty="0"/>
              <a:t>Kruskal: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cây</a:t>
            </a:r>
            <a:r>
              <a:rPr dirty="0"/>
              <a:t> con</a:t>
            </a:r>
          </a:p>
          <a:p>
            <a:pPr marL="400050" lvl="1" indent="0">
              <a:buNone/>
            </a:pPr>
            <a:r>
              <a:rPr dirty="0"/>
              <a:t>• Edge-based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Prim </a:t>
            </a:r>
            <a:r>
              <a:rPr dirty="0" err="1"/>
              <a:t>và</a:t>
            </a:r>
            <a:r>
              <a:rPr dirty="0"/>
              <a:t> Kruskal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MST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tùy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thị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Graph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ĐỒ THỊ – CÂY – MST – PRIM – KRUSKAL</vt:lpstr>
      <vt:lpstr>Đồ thị (Graph)</vt:lpstr>
      <vt:lpstr>Khái niệm cơ bản</vt:lpstr>
      <vt:lpstr>Cây (Tree)</vt:lpstr>
      <vt:lpstr>Spanning Tree</vt:lpstr>
      <vt:lpstr>Minimum Spanning Tree (MST)</vt:lpstr>
      <vt:lpstr>Mục tiêu &amp; Ứng dụng MST</vt:lpstr>
      <vt:lpstr>Thuật toán Prim</vt:lpstr>
      <vt:lpstr>Prim – Đặc điểm</vt:lpstr>
      <vt:lpstr>Thuật toán Kruskal</vt:lpstr>
      <vt:lpstr>Kruskal – Đặc điểm</vt:lpstr>
      <vt:lpstr>So sánh Prim &amp; Kruskal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Anh Nguyen Duc Tuan</cp:lastModifiedBy>
  <cp:revision>2</cp:revision>
  <dcterms:created xsi:type="dcterms:W3CDTF">2013-01-27T09:14:16Z</dcterms:created>
  <dcterms:modified xsi:type="dcterms:W3CDTF">2025-12-17T06:08:37Z</dcterms:modified>
  <cp:category/>
</cp:coreProperties>
</file>